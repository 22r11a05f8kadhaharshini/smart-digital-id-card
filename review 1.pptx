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9" r:id="rId4"/>
    <p:sldId id="280" r:id="rId5"/>
    <p:sldId id="281" r:id="rId6"/>
    <p:sldId id="270" r:id="rId7"/>
    <p:sldId id="271" r:id="rId8"/>
    <p:sldId id="282" r:id="rId9"/>
    <p:sldId id="284" r:id="rId10"/>
    <p:sldId id="283" r:id="rId11"/>
    <p:sldId id="26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2A9541-018E-4570-845C-2EC8E35DA025}" v="5" dt="2025-08-12T15:34:03.8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dha harshini" userId="0712901ce9703571" providerId="LiveId" clId="{489070A0-0414-479B-BE8A-8F527782950F}"/>
    <pc:docChg chg="undo custSel addSld delSld modSld sldOrd">
      <pc:chgData name="Kadha harshini" userId="0712901ce9703571" providerId="LiveId" clId="{489070A0-0414-479B-BE8A-8F527782950F}" dt="2025-08-05T14:16:26.012" v="507" actId="5793"/>
      <pc:docMkLst>
        <pc:docMk/>
      </pc:docMkLst>
      <pc:sldChg chg="modSp mod">
        <pc:chgData name="Kadha harshini" userId="0712901ce9703571" providerId="LiveId" clId="{489070A0-0414-479B-BE8A-8F527782950F}" dt="2025-07-29T15:11:59.123" v="88" actId="20577"/>
        <pc:sldMkLst>
          <pc:docMk/>
          <pc:sldMk cId="0" sldId="256"/>
        </pc:sldMkLst>
        <pc:spChg chg="mod">
          <ac:chgData name="Kadha harshini" userId="0712901ce9703571" providerId="LiveId" clId="{489070A0-0414-479B-BE8A-8F527782950F}" dt="2025-07-29T15:11:59.123" v="88" actId="20577"/>
          <ac:spMkLst>
            <pc:docMk/>
            <pc:sldMk cId="0" sldId="256"/>
            <ac:spMk id="3" creationId="{00000000-0000-0000-0000-000000000000}"/>
          </ac:spMkLst>
        </pc:spChg>
      </pc:sldChg>
      <pc:sldChg chg="delSp modSp mod modClrScheme delDesignElem chgLayout">
        <pc:chgData name="Kadha harshini" userId="0712901ce9703571" providerId="LiveId" clId="{489070A0-0414-479B-BE8A-8F527782950F}" dt="2025-08-05T14:16:26.012" v="507" actId="5793"/>
        <pc:sldMkLst>
          <pc:docMk/>
          <pc:sldMk cId="0" sldId="257"/>
        </pc:sldMkLst>
        <pc:spChg chg="mod ord">
          <ac:chgData name="Kadha harshini" userId="0712901ce9703571" providerId="LiveId" clId="{489070A0-0414-479B-BE8A-8F527782950F}" dt="2025-08-03T07:13:20.740" v="215" actId="1076"/>
          <ac:spMkLst>
            <pc:docMk/>
            <pc:sldMk cId="0" sldId="257"/>
            <ac:spMk id="2" creationId="{00000000-0000-0000-0000-000000000000}"/>
          </ac:spMkLst>
        </pc:spChg>
        <pc:spChg chg="mod ord">
          <ac:chgData name="Kadha harshini" userId="0712901ce9703571" providerId="LiveId" clId="{489070A0-0414-479B-BE8A-8F527782950F}" dt="2025-08-05T14:16:26.012" v="507" actId="5793"/>
          <ac:spMkLst>
            <pc:docMk/>
            <pc:sldMk cId="0" sldId="257"/>
            <ac:spMk id="3" creationId="{00000000-0000-0000-0000-000000000000}"/>
          </ac:spMkLst>
        </pc:spChg>
      </pc:sldChg>
      <pc:sldChg chg="addSp modSp del mod">
        <pc:chgData name="Kadha harshini" userId="0712901ce9703571" providerId="LiveId" clId="{489070A0-0414-479B-BE8A-8F527782950F}" dt="2025-08-03T06:53:47.866" v="92" actId="2696"/>
        <pc:sldMkLst>
          <pc:docMk/>
          <pc:sldMk cId="0" sldId="258"/>
        </pc:sldMkLst>
      </pc:sldChg>
      <pc:sldChg chg="addSp delSp modSp del mod ord">
        <pc:chgData name="Kadha harshini" userId="0712901ce9703571" providerId="LiveId" clId="{489070A0-0414-479B-BE8A-8F527782950F}" dt="2025-08-05T14:16:15.423" v="504" actId="2696"/>
        <pc:sldMkLst>
          <pc:docMk/>
          <pc:sldMk cId="0" sldId="259"/>
        </pc:sldMkLst>
      </pc:sldChg>
      <pc:sldChg chg="del">
        <pc:chgData name="Kadha harshini" userId="0712901ce9703571" providerId="LiveId" clId="{489070A0-0414-479B-BE8A-8F527782950F}" dt="2025-07-29T15:00:56.446" v="12" actId="2696"/>
        <pc:sldMkLst>
          <pc:docMk/>
          <pc:sldMk cId="0" sldId="260"/>
        </pc:sldMkLst>
      </pc:sldChg>
      <pc:sldChg chg="modSp del mod">
        <pc:chgData name="Kadha harshini" userId="0712901ce9703571" providerId="LiveId" clId="{489070A0-0414-479B-BE8A-8F527782950F}" dt="2025-08-03T07:45:46.724" v="498" actId="2696"/>
        <pc:sldMkLst>
          <pc:docMk/>
          <pc:sldMk cId="0" sldId="261"/>
        </pc:sldMkLst>
      </pc:sldChg>
      <pc:sldChg chg="del">
        <pc:chgData name="Kadha harshini" userId="0712901ce9703571" providerId="LiveId" clId="{489070A0-0414-479B-BE8A-8F527782950F}" dt="2025-07-29T15:01:22.985" v="14" actId="2696"/>
        <pc:sldMkLst>
          <pc:docMk/>
          <pc:sldMk cId="0" sldId="262"/>
        </pc:sldMkLst>
      </pc:sldChg>
      <pc:sldChg chg="del">
        <pc:chgData name="Kadha harshini" userId="0712901ce9703571" providerId="LiveId" clId="{489070A0-0414-479B-BE8A-8F527782950F}" dt="2025-07-29T15:01:13.967" v="13" actId="2696"/>
        <pc:sldMkLst>
          <pc:docMk/>
          <pc:sldMk cId="0" sldId="263"/>
        </pc:sldMkLst>
      </pc:sldChg>
      <pc:sldChg chg="del">
        <pc:chgData name="Kadha harshini" userId="0712901ce9703571" providerId="LiveId" clId="{489070A0-0414-479B-BE8A-8F527782950F}" dt="2025-07-29T14:55:38.669" v="1" actId="47"/>
        <pc:sldMkLst>
          <pc:docMk/>
          <pc:sldMk cId="0" sldId="264"/>
        </pc:sldMkLst>
      </pc:sldChg>
      <pc:sldChg chg="del">
        <pc:chgData name="Kadha harshini" userId="0712901ce9703571" providerId="LiveId" clId="{489070A0-0414-479B-BE8A-8F527782950F}" dt="2025-07-29T14:55:41.253" v="2" actId="47"/>
        <pc:sldMkLst>
          <pc:docMk/>
          <pc:sldMk cId="0" sldId="265"/>
        </pc:sldMkLst>
      </pc:sldChg>
      <pc:sldChg chg="addSp delSp modSp add del mod setBg modClrScheme delDesignElem chgLayout">
        <pc:chgData name="Kadha harshini" userId="0712901ce9703571" providerId="LiveId" clId="{489070A0-0414-479B-BE8A-8F527782950F}" dt="2025-08-03T07:45:48.770" v="499" actId="2696"/>
        <pc:sldMkLst>
          <pc:docMk/>
          <pc:sldMk cId="0" sldId="266"/>
        </pc:sldMkLst>
      </pc:sldChg>
      <pc:sldChg chg="add del setBg">
        <pc:chgData name="Kadha harshini" userId="0712901ce9703571" providerId="LiveId" clId="{489070A0-0414-479B-BE8A-8F527782950F}" dt="2025-07-29T15:02:11.380" v="20"/>
        <pc:sldMkLst>
          <pc:docMk/>
          <pc:sldMk cId="1527021412" sldId="266"/>
        </pc:sldMkLst>
      </pc:sldChg>
      <pc:sldChg chg="modSp del">
        <pc:chgData name="Kadha harshini" userId="0712901ce9703571" providerId="LiveId" clId="{489070A0-0414-479B-BE8A-8F527782950F}" dt="2025-08-03T07:45:53.348" v="500" actId="2696"/>
        <pc:sldMkLst>
          <pc:docMk/>
          <pc:sldMk cId="0" sldId="267"/>
        </pc:sldMkLst>
      </pc:sldChg>
      <pc:sldChg chg="del">
        <pc:chgData name="Kadha harshini" userId="0712901ce9703571" providerId="LiveId" clId="{489070A0-0414-479B-BE8A-8F527782950F}" dt="2025-07-29T15:02:34.902" v="24" actId="2696"/>
        <pc:sldMkLst>
          <pc:docMk/>
          <pc:sldMk cId="0" sldId="268"/>
        </pc:sldMkLst>
      </pc:sldChg>
      <pc:sldChg chg="modSp ord">
        <pc:chgData name="Kadha harshini" userId="0712901ce9703571" providerId="LiveId" clId="{489070A0-0414-479B-BE8A-8F527782950F}" dt="2025-08-03T07:38:39.719" v="441"/>
        <pc:sldMkLst>
          <pc:docMk/>
          <pc:sldMk cId="2487912378" sldId="270"/>
        </pc:sldMkLst>
        <pc:graphicFrameChg chg="mod">
          <ac:chgData name="Kadha harshini" userId="0712901ce9703571" providerId="LiveId" clId="{489070A0-0414-479B-BE8A-8F527782950F}" dt="2025-08-03T07:38:39.719" v="441"/>
          <ac:graphicFrameMkLst>
            <pc:docMk/>
            <pc:sldMk cId="2487912378" sldId="270"/>
            <ac:graphicFrameMk id="5" creationId="{C49137FA-B349-CA85-88C0-EA7FC3804DC5}"/>
          </ac:graphicFrameMkLst>
        </pc:graphicFrameChg>
      </pc:sldChg>
      <pc:sldChg chg="modSp ord">
        <pc:chgData name="Kadha harshini" userId="0712901ce9703571" providerId="LiveId" clId="{489070A0-0414-479B-BE8A-8F527782950F}" dt="2025-08-03T07:38:23.941" v="440"/>
        <pc:sldMkLst>
          <pc:docMk/>
          <pc:sldMk cId="3598370559" sldId="271"/>
        </pc:sldMkLst>
        <pc:graphicFrameChg chg="mod">
          <ac:chgData name="Kadha harshini" userId="0712901ce9703571" providerId="LiveId" clId="{489070A0-0414-479B-BE8A-8F527782950F}" dt="2025-08-03T07:38:23.941" v="440"/>
          <ac:graphicFrameMkLst>
            <pc:docMk/>
            <pc:sldMk cId="3598370559" sldId="271"/>
            <ac:graphicFrameMk id="5" creationId="{0AFB5EA8-343A-1330-D891-34D222AD2BB3}"/>
          </ac:graphicFrameMkLst>
        </pc:graphicFrameChg>
      </pc:sldChg>
      <pc:sldChg chg="del">
        <pc:chgData name="Kadha harshini" userId="0712901ce9703571" providerId="LiveId" clId="{489070A0-0414-479B-BE8A-8F527782950F}" dt="2025-08-03T07:45:37.179" v="495" actId="2696"/>
        <pc:sldMkLst>
          <pc:docMk/>
          <pc:sldMk cId="83133828" sldId="272"/>
        </pc:sldMkLst>
      </pc:sldChg>
      <pc:sldChg chg="del">
        <pc:chgData name="Kadha harshini" userId="0712901ce9703571" providerId="LiveId" clId="{489070A0-0414-479B-BE8A-8F527782950F}" dt="2025-08-03T07:45:35.545" v="494" actId="2696"/>
        <pc:sldMkLst>
          <pc:docMk/>
          <pc:sldMk cId="2776299241" sldId="273"/>
        </pc:sldMkLst>
      </pc:sldChg>
      <pc:sldChg chg="del">
        <pc:chgData name="Kadha harshini" userId="0712901ce9703571" providerId="LiveId" clId="{489070A0-0414-479B-BE8A-8F527782950F}" dt="2025-07-29T16:50:56.838" v="89" actId="2696"/>
        <pc:sldMkLst>
          <pc:docMk/>
          <pc:sldMk cId="2187762810" sldId="274"/>
        </pc:sldMkLst>
      </pc:sldChg>
      <pc:sldChg chg="del">
        <pc:chgData name="Kadha harshini" userId="0712901ce9703571" providerId="LiveId" clId="{489070A0-0414-479B-BE8A-8F527782950F}" dt="2025-08-03T07:45:38.741" v="496" actId="2696"/>
        <pc:sldMkLst>
          <pc:docMk/>
          <pc:sldMk cId="3856286423" sldId="275"/>
        </pc:sldMkLst>
      </pc:sldChg>
      <pc:sldChg chg="modSp del mod ord">
        <pc:chgData name="Kadha harshini" userId="0712901ce9703571" providerId="LiveId" clId="{489070A0-0414-479B-BE8A-8F527782950F}" dt="2025-08-03T07:45:30.613" v="492" actId="2696"/>
        <pc:sldMkLst>
          <pc:docMk/>
          <pc:sldMk cId="4045582364" sldId="276"/>
        </pc:sldMkLst>
      </pc:sldChg>
      <pc:sldChg chg="modSp del ord">
        <pc:chgData name="Kadha harshini" userId="0712901ce9703571" providerId="LiveId" clId="{489070A0-0414-479B-BE8A-8F527782950F}" dt="2025-08-03T07:45:32.794" v="493" actId="2696"/>
        <pc:sldMkLst>
          <pc:docMk/>
          <pc:sldMk cId="1456641418" sldId="277"/>
        </pc:sldMkLst>
      </pc:sldChg>
      <pc:sldChg chg="del">
        <pc:chgData name="Kadha harshini" userId="0712901ce9703571" providerId="LiveId" clId="{489070A0-0414-479B-BE8A-8F527782950F}" dt="2025-07-29T14:55:13.404" v="0" actId="47"/>
        <pc:sldMkLst>
          <pc:docMk/>
          <pc:sldMk cId="2184728237" sldId="278"/>
        </pc:sldMkLst>
      </pc:sldChg>
      <pc:sldChg chg="addSp delSp modSp new del mod modClrScheme chgLayout">
        <pc:chgData name="Kadha harshini" userId="0712901ce9703571" providerId="LiveId" clId="{489070A0-0414-479B-BE8A-8F527782950F}" dt="2025-08-03T07:45:44.296" v="497" actId="2696"/>
        <pc:sldMkLst>
          <pc:docMk/>
          <pc:sldMk cId="4169741856" sldId="278"/>
        </pc:sldMkLst>
      </pc:sldChg>
      <pc:sldChg chg="delSp modSp new mod">
        <pc:chgData name="Kadha harshini" userId="0712901ce9703571" providerId="LiveId" clId="{489070A0-0414-479B-BE8A-8F527782950F}" dt="2025-08-03T07:15:51.100" v="236" actId="14100"/>
        <pc:sldMkLst>
          <pc:docMk/>
          <pc:sldMk cId="628863549" sldId="279"/>
        </pc:sldMkLst>
        <pc:spChg chg="mod">
          <ac:chgData name="Kadha harshini" userId="0712901ce9703571" providerId="LiveId" clId="{489070A0-0414-479B-BE8A-8F527782950F}" dt="2025-08-03T07:15:51.100" v="236" actId="14100"/>
          <ac:spMkLst>
            <pc:docMk/>
            <pc:sldMk cId="628863549" sldId="279"/>
            <ac:spMk id="3" creationId="{DCF53136-96CE-D586-A559-5F0AB73FBB60}"/>
          </ac:spMkLst>
        </pc:spChg>
      </pc:sldChg>
      <pc:sldChg chg="new del">
        <pc:chgData name="Kadha harshini" userId="0712901ce9703571" providerId="LiveId" clId="{489070A0-0414-479B-BE8A-8F527782950F}" dt="2025-07-29T15:02:26.009" v="23" actId="2696"/>
        <pc:sldMkLst>
          <pc:docMk/>
          <pc:sldMk cId="2315716499" sldId="279"/>
        </pc:sldMkLst>
      </pc:sldChg>
      <pc:sldChg chg="modSp new mod">
        <pc:chgData name="Kadha harshini" userId="0712901ce9703571" providerId="LiveId" clId="{489070A0-0414-479B-BE8A-8F527782950F}" dt="2025-08-03T07:32:30.502" v="354" actId="255"/>
        <pc:sldMkLst>
          <pc:docMk/>
          <pc:sldMk cId="2379173369" sldId="280"/>
        </pc:sldMkLst>
        <pc:spChg chg="mod">
          <ac:chgData name="Kadha harshini" userId="0712901ce9703571" providerId="LiveId" clId="{489070A0-0414-479B-BE8A-8F527782950F}" dt="2025-08-03T07:16:32.750" v="275" actId="20577"/>
          <ac:spMkLst>
            <pc:docMk/>
            <pc:sldMk cId="2379173369" sldId="280"/>
            <ac:spMk id="2" creationId="{F4BA24B6-7160-7EED-C8DA-58D14C92EBB8}"/>
          </ac:spMkLst>
        </pc:spChg>
        <pc:spChg chg="mod">
          <ac:chgData name="Kadha harshini" userId="0712901ce9703571" providerId="LiveId" clId="{489070A0-0414-479B-BE8A-8F527782950F}" dt="2025-08-03T07:32:30.502" v="354" actId="255"/>
          <ac:spMkLst>
            <pc:docMk/>
            <pc:sldMk cId="2379173369" sldId="280"/>
            <ac:spMk id="3" creationId="{D5F7B0C9-4C0A-055C-7781-9B7D24CDAC99}"/>
          </ac:spMkLst>
        </pc:spChg>
      </pc:sldChg>
      <pc:sldChg chg="delSp modSp new mod">
        <pc:chgData name="Kadha harshini" userId="0712901ce9703571" providerId="LiveId" clId="{489070A0-0414-479B-BE8A-8F527782950F}" dt="2025-08-03T07:34:23.582" v="364" actId="27636"/>
        <pc:sldMkLst>
          <pc:docMk/>
          <pc:sldMk cId="3489296950" sldId="281"/>
        </pc:sldMkLst>
        <pc:spChg chg="mod">
          <ac:chgData name="Kadha harshini" userId="0712901ce9703571" providerId="LiveId" clId="{489070A0-0414-479B-BE8A-8F527782950F}" dt="2025-08-03T07:34:23.582" v="364" actId="27636"/>
          <ac:spMkLst>
            <pc:docMk/>
            <pc:sldMk cId="3489296950" sldId="281"/>
            <ac:spMk id="3" creationId="{4A9C7DFC-B94C-0F0D-C2A2-8E7A4C57E7CF}"/>
          </ac:spMkLst>
        </pc:spChg>
      </pc:sldChg>
      <pc:sldChg chg="modSp new mod">
        <pc:chgData name="Kadha harshini" userId="0712901ce9703571" providerId="LiveId" clId="{489070A0-0414-479B-BE8A-8F527782950F}" dt="2025-08-03T07:42:49.133" v="472" actId="1076"/>
        <pc:sldMkLst>
          <pc:docMk/>
          <pc:sldMk cId="883347610" sldId="282"/>
        </pc:sldMkLst>
        <pc:spChg chg="mod">
          <ac:chgData name="Kadha harshini" userId="0712901ce9703571" providerId="LiveId" clId="{489070A0-0414-479B-BE8A-8F527782950F}" dt="2025-08-03T07:42:49.133" v="472" actId="1076"/>
          <ac:spMkLst>
            <pc:docMk/>
            <pc:sldMk cId="883347610" sldId="282"/>
            <ac:spMk id="2" creationId="{0BDB74F0-A388-A9A2-D432-ABE29ED064FB}"/>
          </ac:spMkLst>
        </pc:spChg>
        <pc:spChg chg="mod">
          <ac:chgData name="Kadha harshini" userId="0712901ce9703571" providerId="LiveId" clId="{489070A0-0414-479B-BE8A-8F527782950F}" dt="2025-08-03T07:42:46.302" v="471" actId="1076"/>
          <ac:spMkLst>
            <pc:docMk/>
            <pc:sldMk cId="883347610" sldId="282"/>
            <ac:spMk id="3" creationId="{88F7E802-FA91-EE78-C8FA-7C76CB8491B0}"/>
          </ac:spMkLst>
        </pc:spChg>
      </pc:sldChg>
      <pc:sldChg chg="modSp new mod">
        <pc:chgData name="Kadha harshini" userId="0712901ce9703571" providerId="LiveId" clId="{489070A0-0414-479B-BE8A-8F527782950F}" dt="2025-08-03T07:44:58.109" v="491" actId="1076"/>
        <pc:sldMkLst>
          <pc:docMk/>
          <pc:sldMk cId="3230459940" sldId="283"/>
        </pc:sldMkLst>
        <pc:spChg chg="mod">
          <ac:chgData name="Kadha harshini" userId="0712901ce9703571" providerId="LiveId" clId="{489070A0-0414-479B-BE8A-8F527782950F}" dt="2025-08-03T07:44:58.109" v="491" actId="1076"/>
          <ac:spMkLst>
            <pc:docMk/>
            <pc:sldMk cId="3230459940" sldId="283"/>
            <ac:spMk id="2" creationId="{1BCC3691-ABED-6264-8F1F-8BB3DA016458}"/>
          </ac:spMkLst>
        </pc:spChg>
        <pc:spChg chg="mod">
          <ac:chgData name="Kadha harshini" userId="0712901ce9703571" providerId="LiveId" clId="{489070A0-0414-479B-BE8A-8F527782950F}" dt="2025-08-03T07:44:54.044" v="490" actId="14100"/>
          <ac:spMkLst>
            <pc:docMk/>
            <pc:sldMk cId="3230459940" sldId="283"/>
            <ac:spMk id="3" creationId="{C249454C-5222-308C-67C4-162836746796}"/>
          </ac:spMkLst>
        </pc:spChg>
      </pc:sldChg>
    </pc:docChg>
  </pc:docChgLst>
  <pc:docChgLst>
    <pc:chgData name="Kadha harshini" userId="0712901ce9703571" providerId="LiveId" clId="{7E2A9541-018E-4570-845C-2EC8E35DA025}"/>
    <pc:docChg chg="undo custSel addSld modSld">
      <pc:chgData name="Kadha harshini" userId="0712901ce9703571" providerId="LiveId" clId="{7E2A9541-018E-4570-845C-2EC8E35DA025}" dt="2025-08-12T15:37:35.790" v="51" actId="1076"/>
      <pc:docMkLst>
        <pc:docMk/>
      </pc:docMkLst>
      <pc:sldChg chg="modSp mod">
        <pc:chgData name="Kadha harshini" userId="0712901ce9703571" providerId="LiveId" clId="{7E2A9541-018E-4570-845C-2EC8E35DA025}" dt="2025-08-12T15:35:29.251" v="33" actId="113"/>
        <pc:sldMkLst>
          <pc:docMk/>
          <pc:sldMk cId="0" sldId="256"/>
        </pc:sldMkLst>
        <pc:spChg chg="mod">
          <ac:chgData name="Kadha harshini" userId="0712901ce9703571" providerId="LiveId" clId="{7E2A9541-018E-4570-845C-2EC8E35DA025}" dt="2025-08-12T15:35:29.251" v="33" actId="113"/>
          <ac:spMkLst>
            <pc:docMk/>
            <pc:sldMk cId="0" sldId="256"/>
            <ac:spMk id="3" creationId="{00000000-0000-0000-0000-000000000000}"/>
          </ac:spMkLst>
        </pc:spChg>
      </pc:sldChg>
      <pc:sldChg chg="modSp">
        <pc:chgData name="Kadha harshini" userId="0712901ce9703571" providerId="LiveId" clId="{7E2A9541-018E-4570-845C-2EC8E35DA025}" dt="2025-08-12T15:04:54.809" v="4"/>
        <pc:sldMkLst>
          <pc:docMk/>
          <pc:sldMk cId="2487912378" sldId="270"/>
        </pc:sldMkLst>
        <pc:graphicFrameChg chg="mod">
          <ac:chgData name="Kadha harshini" userId="0712901ce9703571" providerId="LiveId" clId="{7E2A9541-018E-4570-845C-2EC8E35DA025}" dt="2025-08-12T15:04:54.809" v="4"/>
          <ac:graphicFrameMkLst>
            <pc:docMk/>
            <pc:sldMk cId="2487912378" sldId="270"/>
            <ac:graphicFrameMk id="5" creationId="{C49137FA-B349-CA85-88C0-EA7FC3804DC5}"/>
          </ac:graphicFrameMkLst>
        </pc:graphicFrameChg>
      </pc:sldChg>
      <pc:sldChg chg="modSp">
        <pc:chgData name="Kadha harshini" userId="0712901ce9703571" providerId="LiveId" clId="{7E2A9541-018E-4570-845C-2EC8E35DA025}" dt="2025-08-12T15:04:37.094" v="3"/>
        <pc:sldMkLst>
          <pc:docMk/>
          <pc:sldMk cId="3598370559" sldId="271"/>
        </pc:sldMkLst>
        <pc:graphicFrameChg chg="mod">
          <ac:chgData name="Kadha harshini" userId="0712901ce9703571" providerId="LiveId" clId="{7E2A9541-018E-4570-845C-2EC8E35DA025}" dt="2025-08-12T15:04:37.094" v="3"/>
          <ac:graphicFrameMkLst>
            <pc:docMk/>
            <pc:sldMk cId="3598370559" sldId="271"/>
            <ac:graphicFrameMk id="5" creationId="{0AFB5EA8-343A-1330-D891-34D222AD2BB3}"/>
          </ac:graphicFrameMkLst>
        </pc:graphicFrameChg>
      </pc:sldChg>
      <pc:sldChg chg="modSp mod">
        <pc:chgData name="Kadha harshini" userId="0712901ce9703571" providerId="LiveId" clId="{7E2A9541-018E-4570-845C-2EC8E35DA025}" dt="2025-08-12T15:37:35.790" v="51" actId="1076"/>
        <pc:sldMkLst>
          <pc:docMk/>
          <pc:sldMk cId="883347610" sldId="282"/>
        </pc:sldMkLst>
        <pc:spChg chg="mod">
          <ac:chgData name="Kadha harshini" userId="0712901ce9703571" providerId="LiveId" clId="{7E2A9541-018E-4570-845C-2EC8E35DA025}" dt="2025-08-12T15:37:35.790" v="51" actId="1076"/>
          <ac:spMkLst>
            <pc:docMk/>
            <pc:sldMk cId="883347610" sldId="282"/>
            <ac:spMk id="3" creationId="{88F7E802-FA91-EE78-C8FA-7C76CB8491B0}"/>
          </ac:spMkLst>
        </pc:spChg>
      </pc:sldChg>
      <pc:sldChg chg="addSp delSp modSp new mod">
        <pc:chgData name="Kadha harshini" userId="0712901ce9703571" providerId="LiveId" clId="{7E2A9541-018E-4570-845C-2EC8E35DA025}" dt="2025-08-12T15:37:09.535" v="47" actId="123"/>
        <pc:sldMkLst>
          <pc:docMk/>
          <pc:sldMk cId="3028357651" sldId="284"/>
        </pc:sldMkLst>
        <pc:spChg chg="mod">
          <ac:chgData name="Kadha harshini" userId="0712901ce9703571" providerId="LiveId" clId="{7E2A9541-018E-4570-845C-2EC8E35DA025}" dt="2025-08-12T15:34:24.491" v="28" actId="1076"/>
          <ac:spMkLst>
            <pc:docMk/>
            <pc:sldMk cId="3028357651" sldId="284"/>
            <ac:spMk id="2" creationId="{DCEF1297-0B86-E685-7C28-2807E56A9F07}"/>
          </ac:spMkLst>
        </pc:spChg>
        <pc:spChg chg="add del mod">
          <ac:chgData name="Kadha harshini" userId="0712901ce9703571" providerId="LiveId" clId="{7E2A9541-018E-4570-845C-2EC8E35DA025}" dt="2025-08-12T15:37:09.535" v="47" actId="123"/>
          <ac:spMkLst>
            <pc:docMk/>
            <pc:sldMk cId="3028357651" sldId="284"/>
            <ac:spMk id="3" creationId="{DBECB5C7-B807-8A1C-B2C2-B2A87E9DF49D}"/>
          </ac:spMkLst>
        </pc:spChg>
        <pc:spChg chg="add mod">
          <ac:chgData name="Kadha harshini" userId="0712901ce9703571" providerId="LiveId" clId="{7E2A9541-018E-4570-845C-2EC8E35DA025}" dt="2025-08-12T15:33:45.983" v="17"/>
          <ac:spMkLst>
            <pc:docMk/>
            <pc:sldMk cId="3028357651" sldId="284"/>
            <ac:spMk id="4" creationId="{F0F27A46-EC72-1EE7-122B-79ECE6CA3AC2}"/>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9905E9-B590-4E42-A85F-122EF8053EC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3BAB598-991D-41CC-8F14-8751296E47D0}">
      <dgm:prSet/>
      <dgm:spPr/>
      <dgm:t>
        <a:bodyPr/>
        <a:lstStyle/>
        <a:p>
          <a:pPr>
            <a:lnSpc>
              <a:spcPct val="100000"/>
            </a:lnSpc>
          </a:pPr>
          <a:r>
            <a:rPr lang="en-US"/>
            <a:t>In the current educational environment, identity cards serve only for visual identification.</a:t>
          </a:r>
        </a:p>
      </dgm:t>
    </dgm:pt>
    <dgm:pt modelId="{0E0ED5B1-8D0A-46CE-95AF-6E68BF0F5E5B}" type="parTrans" cxnId="{02AE1344-615D-4D00-AEF7-606CC0F89005}">
      <dgm:prSet/>
      <dgm:spPr/>
      <dgm:t>
        <a:bodyPr/>
        <a:lstStyle/>
        <a:p>
          <a:endParaRPr lang="en-US"/>
        </a:p>
      </dgm:t>
    </dgm:pt>
    <dgm:pt modelId="{A412D145-378F-4ABD-9ED1-601022C415D2}" type="sibTrans" cxnId="{02AE1344-615D-4D00-AEF7-606CC0F89005}">
      <dgm:prSet/>
      <dgm:spPr/>
      <dgm:t>
        <a:bodyPr/>
        <a:lstStyle/>
        <a:p>
          <a:endParaRPr lang="en-US"/>
        </a:p>
      </dgm:t>
    </dgm:pt>
    <dgm:pt modelId="{42A948A3-889C-40D5-AC04-CFA8D496D01C}">
      <dgm:prSet/>
      <dgm:spPr/>
      <dgm:t>
        <a:bodyPr/>
        <a:lstStyle/>
        <a:p>
          <a:pPr>
            <a:lnSpc>
              <a:spcPct val="100000"/>
            </a:lnSpc>
          </a:pPr>
          <a:r>
            <a:rPr lang="en-US"/>
            <a:t>Manual attendance systems are used, which are time-consuming and prone to errors.</a:t>
          </a:r>
        </a:p>
      </dgm:t>
    </dgm:pt>
    <dgm:pt modelId="{55187559-5F63-4F5D-8B21-860F60C5C0C4}" type="parTrans" cxnId="{F6A14D9B-1DC4-4565-A159-3597AF934CE8}">
      <dgm:prSet/>
      <dgm:spPr/>
      <dgm:t>
        <a:bodyPr/>
        <a:lstStyle/>
        <a:p>
          <a:endParaRPr lang="en-US"/>
        </a:p>
      </dgm:t>
    </dgm:pt>
    <dgm:pt modelId="{7DC4CF2E-E940-4F90-BF61-9ADA2B050609}" type="sibTrans" cxnId="{F6A14D9B-1DC4-4565-A159-3597AF934CE8}">
      <dgm:prSet/>
      <dgm:spPr/>
      <dgm:t>
        <a:bodyPr/>
        <a:lstStyle/>
        <a:p>
          <a:endParaRPr lang="en-US"/>
        </a:p>
      </dgm:t>
    </dgm:pt>
    <dgm:pt modelId="{0BC1B8D0-0B32-4CBD-9B65-3FEED92559C9}">
      <dgm:prSet/>
      <dgm:spPr/>
      <dgm:t>
        <a:bodyPr/>
        <a:lstStyle/>
        <a:p>
          <a:pPr>
            <a:lnSpc>
              <a:spcPct val="100000"/>
            </a:lnSpc>
          </a:pPr>
          <a:r>
            <a:rPr lang="en-US" dirty="0"/>
            <a:t>Existing systems lack integration with modern IoT technologies.</a:t>
          </a:r>
        </a:p>
      </dgm:t>
    </dgm:pt>
    <dgm:pt modelId="{0CB93A13-B5CC-4221-AD8A-E468BEE7EF51}" type="parTrans" cxnId="{20FD0D7A-338C-436D-A74E-285E398A110D}">
      <dgm:prSet/>
      <dgm:spPr/>
      <dgm:t>
        <a:bodyPr/>
        <a:lstStyle/>
        <a:p>
          <a:endParaRPr lang="en-US"/>
        </a:p>
      </dgm:t>
    </dgm:pt>
    <dgm:pt modelId="{90033E1F-0636-4512-B73A-0FFEEBCECC4D}" type="sibTrans" cxnId="{20FD0D7A-338C-436D-A74E-285E398A110D}">
      <dgm:prSet/>
      <dgm:spPr/>
      <dgm:t>
        <a:bodyPr/>
        <a:lstStyle/>
        <a:p>
          <a:endParaRPr lang="en-US"/>
        </a:p>
      </dgm:t>
    </dgm:pt>
    <dgm:pt modelId="{A5FB4D8E-5CC5-4CEA-AAD0-B239414EF7BE}" type="pres">
      <dgm:prSet presAssocID="{E39905E9-B590-4E42-A85F-122EF8053ECF}" presName="root" presStyleCnt="0">
        <dgm:presLayoutVars>
          <dgm:dir/>
          <dgm:resizeHandles val="exact"/>
        </dgm:presLayoutVars>
      </dgm:prSet>
      <dgm:spPr/>
    </dgm:pt>
    <dgm:pt modelId="{4EC56349-901F-4F35-B274-0A4E86F4D5CC}" type="pres">
      <dgm:prSet presAssocID="{73BAB598-991D-41CC-8F14-8751296E47D0}" presName="compNode" presStyleCnt="0"/>
      <dgm:spPr/>
    </dgm:pt>
    <dgm:pt modelId="{8E50F09C-677C-45CB-B0C7-9AEAA13B8B6C}" type="pres">
      <dgm:prSet presAssocID="{73BAB598-991D-41CC-8F14-8751296E47D0}" presName="bgRect" presStyleLbl="bgShp" presStyleIdx="0" presStyleCnt="3"/>
      <dgm:spPr/>
    </dgm:pt>
    <dgm:pt modelId="{E40D7485-E303-4598-A385-FEFCDB084D5E}" type="pres">
      <dgm:prSet presAssocID="{73BAB598-991D-41CC-8F14-8751296E47D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4C9B098B-067C-42A0-B67C-69181CBCDB93}" type="pres">
      <dgm:prSet presAssocID="{73BAB598-991D-41CC-8F14-8751296E47D0}" presName="spaceRect" presStyleCnt="0"/>
      <dgm:spPr/>
    </dgm:pt>
    <dgm:pt modelId="{F825B26A-FC1E-4804-A0E7-EBB997A8732C}" type="pres">
      <dgm:prSet presAssocID="{73BAB598-991D-41CC-8F14-8751296E47D0}" presName="parTx" presStyleLbl="revTx" presStyleIdx="0" presStyleCnt="3">
        <dgm:presLayoutVars>
          <dgm:chMax val="0"/>
          <dgm:chPref val="0"/>
        </dgm:presLayoutVars>
      </dgm:prSet>
      <dgm:spPr/>
    </dgm:pt>
    <dgm:pt modelId="{25BC6A17-27EA-423E-B75A-57113C2FE7CE}" type="pres">
      <dgm:prSet presAssocID="{A412D145-378F-4ABD-9ED1-601022C415D2}" presName="sibTrans" presStyleCnt="0"/>
      <dgm:spPr/>
    </dgm:pt>
    <dgm:pt modelId="{6071A1AC-7B25-479B-BF2D-F0B73B328920}" type="pres">
      <dgm:prSet presAssocID="{42A948A3-889C-40D5-AC04-CFA8D496D01C}" presName="compNode" presStyleCnt="0"/>
      <dgm:spPr/>
    </dgm:pt>
    <dgm:pt modelId="{6358897D-C88D-4D59-B928-912CF086B6CD}" type="pres">
      <dgm:prSet presAssocID="{42A948A3-889C-40D5-AC04-CFA8D496D01C}" presName="bgRect" presStyleLbl="bgShp" presStyleIdx="1" presStyleCnt="3"/>
      <dgm:spPr/>
    </dgm:pt>
    <dgm:pt modelId="{7A81F398-3527-4D76-9250-27201F61F007}" type="pres">
      <dgm:prSet presAssocID="{42A948A3-889C-40D5-AC04-CFA8D496D0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1D08A447-7645-4CAF-8924-4D6F8846FF05}" type="pres">
      <dgm:prSet presAssocID="{42A948A3-889C-40D5-AC04-CFA8D496D01C}" presName="spaceRect" presStyleCnt="0"/>
      <dgm:spPr/>
    </dgm:pt>
    <dgm:pt modelId="{84DFB585-EF72-447C-9F8C-A6E54C34DE00}" type="pres">
      <dgm:prSet presAssocID="{42A948A3-889C-40D5-AC04-CFA8D496D01C}" presName="parTx" presStyleLbl="revTx" presStyleIdx="1" presStyleCnt="3">
        <dgm:presLayoutVars>
          <dgm:chMax val="0"/>
          <dgm:chPref val="0"/>
        </dgm:presLayoutVars>
      </dgm:prSet>
      <dgm:spPr/>
    </dgm:pt>
    <dgm:pt modelId="{D8843ABA-6573-44D8-9C09-FB32BC114811}" type="pres">
      <dgm:prSet presAssocID="{7DC4CF2E-E940-4F90-BF61-9ADA2B050609}" presName="sibTrans" presStyleCnt="0"/>
      <dgm:spPr/>
    </dgm:pt>
    <dgm:pt modelId="{8D3F5CEC-D859-4D9B-8D35-DCD0C01C6DC5}" type="pres">
      <dgm:prSet presAssocID="{0BC1B8D0-0B32-4CBD-9B65-3FEED92559C9}" presName="compNode" presStyleCnt="0"/>
      <dgm:spPr/>
    </dgm:pt>
    <dgm:pt modelId="{0CA52579-32ED-4147-B8D9-9226281AA75B}" type="pres">
      <dgm:prSet presAssocID="{0BC1B8D0-0B32-4CBD-9B65-3FEED92559C9}" presName="bgRect" presStyleLbl="bgShp" presStyleIdx="2" presStyleCnt="3"/>
      <dgm:spPr/>
    </dgm:pt>
    <dgm:pt modelId="{4D513785-DE17-4B83-933B-4675FC90171B}" type="pres">
      <dgm:prSet presAssocID="{0BC1B8D0-0B32-4CBD-9B65-3FEED92559C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a:ext>
      </dgm:extLst>
    </dgm:pt>
    <dgm:pt modelId="{3193325C-C4CB-4041-B570-07A177E512B4}" type="pres">
      <dgm:prSet presAssocID="{0BC1B8D0-0B32-4CBD-9B65-3FEED92559C9}" presName="spaceRect" presStyleCnt="0"/>
      <dgm:spPr/>
    </dgm:pt>
    <dgm:pt modelId="{58F48708-3EEB-489C-9B99-8EE3C5F7859C}" type="pres">
      <dgm:prSet presAssocID="{0BC1B8D0-0B32-4CBD-9B65-3FEED92559C9}" presName="parTx" presStyleLbl="revTx" presStyleIdx="2" presStyleCnt="3">
        <dgm:presLayoutVars>
          <dgm:chMax val="0"/>
          <dgm:chPref val="0"/>
        </dgm:presLayoutVars>
      </dgm:prSet>
      <dgm:spPr/>
    </dgm:pt>
  </dgm:ptLst>
  <dgm:cxnLst>
    <dgm:cxn modelId="{9B3AF01F-38A8-4592-AAE4-28769689490E}" type="presOf" srcId="{42A948A3-889C-40D5-AC04-CFA8D496D01C}" destId="{84DFB585-EF72-447C-9F8C-A6E54C34DE00}" srcOrd="0" destOrd="0" presId="urn:microsoft.com/office/officeart/2018/2/layout/IconVerticalSolidList"/>
    <dgm:cxn modelId="{BC1FB163-D4D5-4631-A2D4-90AB9B1655D5}" type="presOf" srcId="{E39905E9-B590-4E42-A85F-122EF8053ECF}" destId="{A5FB4D8E-5CC5-4CEA-AAD0-B239414EF7BE}" srcOrd="0" destOrd="0" presId="urn:microsoft.com/office/officeart/2018/2/layout/IconVerticalSolidList"/>
    <dgm:cxn modelId="{02AE1344-615D-4D00-AEF7-606CC0F89005}" srcId="{E39905E9-B590-4E42-A85F-122EF8053ECF}" destId="{73BAB598-991D-41CC-8F14-8751296E47D0}" srcOrd="0" destOrd="0" parTransId="{0E0ED5B1-8D0A-46CE-95AF-6E68BF0F5E5B}" sibTransId="{A412D145-378F-4ABD-9ED1-601022C415D2}"/>
    <dgm:cxn modelId="{E33A5D68-DE33-4E91-9530-32DEB1F6A0E1}" type="presOf" srcId="{73BAB598-991D-41CC-8F14-8751296E47D0}" destId="{F825B26A-FC1E-4804-A0E7-EBB997A8732C}" srcOrd="0" destOrd="0" presId="urn:microsoft.com/office/officeart/2018/2/layout/IconVerticalSolidList"/>
    <dgm:cxn modelId="{20FD0D7A-338C-436D-A74E-285E398A110D}" srcId="{E39905E9-B590-4E42-A85F-122EF8053ECF}" destId="{0BC1B8D0-0B32-4CBD-9B65-3FEED92559C9}" srcOrd="2" destOrd="0" parTransId="{0CB93A13-B5CC-4221-AD8A-E468BEE7EF51}" sibTransId="{90033E1F-0636-4512-B73A-0FFEEBCECC4D}"/>
    <dgm:cxn modelId="{F6A14D9B-1DC4-4565-A159-3597AF934CE8}" srcId="{E39905E9-B590-4E42-A85F-122EF8053ECF}" destId="{42A948A3-889C-40D5-AC04-CFA8D496D01C}" srcOrd="1" destOrd="0" parTransId="{55187559-5F63-4F5D-8B21-860F60C5C0C4}" sibTransId="{7DC4CF2E-E940-4F90-BF61-9ADA2B050609}"/>
    <dgm:cxn modelId="{8B67FDF5-F437-451D-8393-41B1BBF039D5}" type="presOf" srcId="{0BC1B8D0-0B32-4CBD-9B65-3FEED92559C9}" destId="{58F48708-3EEB-489C-9B99-8EE3C5F7859C}" srcOrd="0" destOrd="0" presId="urn:microsoft.com/office/officeart/2018/2/layout/IconVerticalSolidList"/>
    <dgm:cxn modelId="{1DF0FE03-3413-477E-830B-D8906D8A8BD2}" type="presParOf" srcId="{A5FB4D8E-5CC5-4CEA-AAD0-B239414EF7BE}" destId="{4EC56349-901F-4F35-B274-0A4E86F4D5CC}" srcOrd="0" destOrd="0" presId="urn:microsoft.com/office/officeart/2018/2/layout/IconVerticalSolidList"/>
    <dgm:cxn modelId="{E79CFC08-CEBB-46E1-A209-6F6E5EEDBAF0}" type="presParOf" srcId="{4EC56349-901F-4F35-B274-0A4E86F4D5CC}" destId="{8E50F09C-677C-45CB-B0C7-9AEAA13B8B6C}" srcOrd="0" destOrd="0" presId="urn:microsoft.com/office/officeart/2018/2/layout/IconVerticalSolidList"/>
    <dgm:cxn modelId="{91682C86-0931-46C8-B1B3-D63AFDA36CF1}" type="presParOf" srcId="{4EC56349-901F-4F35-B274-0A4E86F4D5CC}" destId="{E40D7485-E303-4598-A385-FEFCDB084D5E}" srcOrd="1" destOrd="0" presId="urn:microsoft.com/office/officeart/2018/2/layout/IconVerticalSolidList"/>
    <dgm:cxn modelId="{AD17BEA8-FF46-4EFB-BC9B-555EB7491AFC}" type="presParOf" srcId="{4EC56349-901F-4F35-B274-0A4E86F4D5CC}" destId="{4C9B098B-067C-42A0-B67C-69181CBCDB93}" srcOrd="2" destOrd="0" presId="urn:microsoft.com/office/officeart/2018/2/layout/IconVerticalSolidList"/>
    <dgm:cxn modelId="{D814D199-C1D0-49EF-B5FF-EC974E0E8A96}" type="presParOf" srcId="{4EC56349-901F-4F35-B274-0A4E86F4D5CC}" destId="{F825B26A-FC1E-4804-A0E7-EBB997A8732C}" srcOrd="3" destOrd="0" presId="urn:microsoft.com/office/officeart/2018/2/layout/IconVerticalSolidList"/>
    <dgm:cxn modelId="{415F7112-5E5E-49DD-8647-7C4F2077AB45}" type="presParOf" srcId="{A5FB4D8E-5CC5-4CEA-AAD0-B239414EF7BE}" destId="{25BC6A17-27EA-423E-B75A-57113C2FE7CE}" srcOrd="1" destOrd="0" presId="urn:microsoft.com/office/officeart/2018/2/layout/IconVerticalSolidList"/>
    <dgm:cxn modelId="{9A6B7BF3-DD7C-492E-8E1F-210A18B94B3D}" type="presParOf" srcId="{A5FB4D8E-5CC5-4CEA-AAD0-B239414EF7BE}" destId="{6071A1AC-7B25-479B-BF2D-F0B73B328920}" srcOrd="2" destOrd="0" presId="urn:microsoft.com/office/officeart/2018/2/layout/IconVerticalSolidList"/>
    <dgm:cxn modelId="{4078C3A2-D593-4E9F-BF5A-E241E2435EF4}" type="presParOf" srcId="{6071A1AC-7B25-479B-BF2D-F0B73B328920}" destId="{6358897D-C88D-4D59-B928-912CF086B6CD}" srcOrd="0" destOrd="0" presId="urn:microsoft.com/office/officeart/2018/2/layout/IconVerticalSolidList"/>
    <dgm:cxn modelId="{C62AEC50-55CB-4334-881A-72B3362A8BA2}" type="presParOf" srcId="{6071A1AC-7B25-479B-BF2D-F0B73B328920}" destId="{7A81F398-3527-4D76-9250-27201F61F007}" srcOrd="1" destOrd="0" presId="urn:microsoft.com/office/officeart/2018/2/layout/IconVerticalSolidList"/>
    <dgm:cxn modelId="{3DA34693-CC7B-40C8-92F9-58B8B3EF58C2}" type="presParOf" srcId="{6071A1AC-7B25-479B-BF2D-F0B73B328920}" destId="{1D08A447-7645-4CAF-8924-4D6F8846FF05}" srcOrd="2" destOrd="0" presId="urn:microsoft.com/office/officeart/2018/2/layout/IconVerticalSolidList"/>
    <dgm:cxn modelId="{4D814A3E-E7F3-48AC-927A-CFB30E09E259}" type="presParOf" srcId="{6071A1AC-7B25-479B-BF2D-F0B73B328920}" destId="{84DFB585-EF72-447C-9F8C-A6E54C34DE00}" srcOrd="3" destOrd="0" presId="urn:microsoft.com/office/officeart/2018/2/layout/IconVerticalSolidList"/>
    <dgm:cxn modelId="{F3A15A19-939B-43E0-89D5-B9F10B6D139A}" type="presParOf" srcId="{A5FB4D8E-5CC5-4CEA-AAD0-B239414EF7BE}" destId="{D8843ABA-6573-44D8-9C09-FB32BC114811}" srcOrd="3" destOrd="0" presId="urn:microsoft.com/office/officeart/2018/2/layout/IconVerticalSolidList"/>
    <dgm:cxn modelId="{312227E3-F709-4CD3-8CEA-7D0F24C60A29}" type="presParOf" srcId="{A5FB4D8E-5CC5-4CEA-AAD0-B239414EF7BE}" destId="{8D3F5CEC-D859-4D9B-8D35-DCD0C01C6DC5}" srcOrd="4" destOrd="0" presId="urn:microsoft.com/office/officeart/2018/2/layout/IconVerticalSolidList"/>
    <dgm:cxn modelId="{CE7AE52E-FBB7-4910-8CC4-D1D9E4DCC84D}" type="presParOf" srcId="{8D3F5CEC-D859-4D9B-8D35-DCD0C01C6DC5}" destId="{0CA52579-32ED-4147-B8D9-9226281AA75B}" srcOrd="0" destOrd="0" presId="urn:microsoft.com/office/officeart/2018/2/layout/IconVerticalSolidList"/>
    <dgm:cxn modelId="{341ACAB6-691D-4251-A6F0-A8CB26C6C90F}" type="presParOf" srcId="{8D3F5CEC-D859-4D9B-8D35-DCD0C01C6DC5}" destId="{4D513785-DE17-4B83-933B-4675FC90171B}" srcOrd="1" destOrd="0" presId="urn:microsoft.com/office/officeart/2018/2/layout/IconVerticalSolidList"/>
    <dgm:cxn modelId="{F3AA4437-D4F4-48A2-9E98-549D7C12FDA3}" type="presParOf" srcId="{8D3F5CEC-D859-4D9B-8D35-DCD0C01C6DC5}" destId="{3193325C-C4CB-4041-B570-07A177E512B4}" srcOrd="2" destOrd="0" presId="urn:microsoft.com/office/officeart/2018/2/layout/IconVerticalSolidList"/>
    <dgm:cxn modelId="{6F712761-4372-4FBF-897A-3EFD051A1F9E}" type="presParOf" srcId="{8D3F5CEC-D859-4D9B-8D35-DCD0C01C6DC5}" destId="{58F48708-3EEB-489C-9B99-8EE3C5F7859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4090DD-A167-4E42-B503-4FCEDCFA284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AEAFB32-E4D9-4FC1-854F-A06839234857}">
      <dgm:prSet/>
      <dgm:spPr/>
      <dgm:t>
        <a:bodyPr/>
        <a:lstStyle/>
        <a:p>
          <a:pPr>
            <a:lnSpc>
              <a:spcPct val="100000"/>
            </a:lnSpc>
          </a:pPr>
          <a:r>
            <a:rPr lang="en-US" dirty="0"/>
            <a:t>A Smart Digital ID Card embedded with GPS module.</a:t>
          </a:r>
        </a:p>
      </dgm:t>
    </dgm:pt>
    <dgm:pt modelId="{08286B2A-5A9D-43D9-B369-BDDAF2620998}" type="parTrans" cxnId="{A3EA01D2-80B2-4CA0-8015-9F2DD77200EA}">
      <dgm:prSet/>
      <dgm:spPr/>
      <dgm:t>
        <a:bodyPr/>
        <a:lstStyle/>
        <a:p>
          <a:endParaRPr lang="en-US"/>
        </a:p>
      </dgm:t>
    </dgm:pt>
    <dgm:pt modelId="{8352ABE8-6193-4543-AD16-6D299DBF7532}" type="sibTrans" cxnId="{A3EA01D2-80B2-4CA0-8015-9F2DD77200EA}">
      <dgm:prSet/>
      <dgm:spPr/>
      <dgm:t>
        <a:bodyPr/>
        <a:lstStyle/>
        <a:p>
          <a:endParaRPr lang="en-US"/>
        </a:p>
      </dgm:t>
    </dgm:pt>
    <dgm:pt modelId="{95BE8A9D-17B9-4B80-82FC-3CC2D9DB2D80}">
      <dgm:prSet/>
      <dgm:spPr/>
      <dgm:t>
        <a:bodyPr/>
        <a:lstStyle/>
        <a:p>
          <a:pPr>
            <a:lnSpc>
              <a:spcPct val="100000"/>
            </a:lnSpc>
          </a:pPr>
          <a:r>
            <a:rPr lang="en-US"/>
            <a:t>Uses GPS-based geofencing to monitor student presence inside classrooms and on campus.</a:t>
          </a:r>
        </a:p>
      </dgm:t>
    </dgm:pt>
    <dgm:pt modelId="{CFC9326E-9BE0-433A-8FE7-7EB9A82C8230}" type="parTrans" cxnId="{62555B7B-5114-45FB-B755-5A02E7071A9B}">
      <dgm:prSet/>
      <dgm:spPr/>
      <dgm:t>
        <a:bodyPr/>
        <a:lstStyle/>
        <a:p>
          <a:endParaRPr lang="en-US"/>
        </a:p>
      </dgm:t>
    </dgm:pt>
    <dgm:pt modelId="{4C2C00AB-CBF7-4406-8D1C-46BEE552A715}" type="sibTrans" cxnId="{62555B7B-5114-45FB-B755-5A02E7071A9B}">
      <dgm:prSet/>
      <dgm:spPr/>
      <dgm:t>
        <a:bodyPr/>
        <a:lstStyle/>
        <a:p>
          <a:endParaRPr lang="en-US"/>
        </a:p>
      </dgm:t>
    </dgm:pt>
    <dgm:pt modelId="{70A2193B-AA56-4CEC-A2FA-767A5DD8066B}">
      <dgm:prSet/>
      <dgm:spPr/>
      <dgm:t>
        <a:bodyPr/>
        <a:lstStyle/>
        <a:p>
          <a:pPr>
            <a:lnSpc>
              <a:spcPct val="100000"/>
            </a:lnSpc>
          </a:pPr>
          <a:r>
            <a:rPr lang="en-US"/>
            <a:t>Offers a scalable and privacy-respecting monitoring solution.</a:t>
          </a:r>
        </a:p>
      </dgm:t>
    </dgm:pt>
    <dgm:pt modelId="{098CD26F-6520-4923-A5B8-34B57C9D60DA}" type="parTrans" cxnId="{4D364606-D871-43D9-A2B0-005D287AE283}">
      <dgm:prSet/>
      <dgm:spPr/>
      <dgm:t>
        <a:bodyPr/>
        <a:lstStyle/>
        <a:p>
          <a:endParaRPr lang="en-US"/>
        </a:p>
      </dgm:t>
    </dgm:pt>
    <dgm:pt modelId="{B06BD844-9D97-4862-B3BB-C0A0815E3006}" type="sibTrans" cxnId="{4D364606-D871-43D9-A2B0-005D287AE283}">
      <dgm:prSet/>
      <dgm:spPr/>
      <dgm:t>
        <a:bodyPr/>
        <a:lstStyle/>
        <a:p>
          <a:endParaRPr lang="en-US"/>
        </a:p>
      </dgm:t>
    </dgm:pt>
    <dgm:pt modelId="{D3F846AF-DACF-4A97-8686-50581C07CBFD}" type="pres">
      <dgm:prSet presAssocID="{164090DD-A167-4E42-B503-4FCEDCFA2848}" presName="root" presStyleCnt="0">
        <dgm:presLayoutVars>
          <dgm:dir/>
          <dgm:resizeHandles val="exact"/>
        </dgm:presLayoutVars>
      </dgm:prSet>
      <dgm:spPr/>
    </dgm:pt>
    <dgm:pt modelId="{5E7D1B9C-5E9A-4B48-973E-9B8AF054FA63}" type="pres">
      <dgm:prSet presAssocID="{BAEAFB32-E4D9-4FC1-854F-A06839234857}" presName="compNode" presStyleCnt="0"/>
      <dgm:spPr/>
    </dgm:pt>
    <dgm:pt modelId="{55BA7291-6F61-4C09-81E9-8505CA7A2758}" type="pres">
      <dgm:prSet presAssocID="{BAEAFB32-E4D9-4FC1-854F-A06839234857}" presName="bgRect" presStyleLbl="bgShp" presStyleIdx="0" presStyleCnt="3"/>
      <dgm:spPr/>
    </dgm:pt>
    <dgm:pt modelId="{2154CB58-893C-40EB-96CD-DB363A52DB50}" type="pres">
      <dgm:prSet presAssocID="{BAEAFB32-E4D9-4FC1-854F-A0683923485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Fi"/>
        </a:ext>
      </dgm:extLst>
    </dgm:pt>
    <dgm:pt modelId="{A80F51A3-0B45-407F-8990-F101EFEDF5D8}" type="pres">
      <dgm:prSet presAssocID="{BAEAFB32-E4D9-4FC1-854F-A06839234857}" presName="spaceRect" presStyleCnt="0"/>
      <dgm:spPr/>
    </dgm:pt>
    <dgm:pt modelId="{9C0B23D5-39AB-4784-8813-4DBBC2E567E7}" type="pres">
      <dgm:prSet presAssocID="{BAEAFB32-E4D9-4FC1-854F-A06839234857}" presName="parTx" presStyleLbl="revTx" presStyleIdx="0" presStyleCnt="3">
        <dgm:presLayoutVars>
          <dgm:chMax val="0"/>
          <dgm:chPref val="0"/>
        </dgm:presLayoutVars>
      </dgm:prSet>
      <dgm:spPr/>
    </dgm:pt>
    <dgm:pt modelId="{6F86C4B4-AFB4-4888-875E-2101854779A3}" type="pres">
      <dgm:prSet presAssocID="{8352ABE8-6193-4543-AD16-6D299DBF7532}" presName="sibTrans" presStyleCnt="0"/>
      <dgm:spPr/>
    </dgm:pt>
    <dgm:pt modelId="{7196D00A-8C3B-4BD6-BE90-072DF338530C}" type="pres">
      <dgm:prSet presAssocID="{95BE8A9D-17B9-4B80-82FC-3CC2D9DB2D80}" presName="compNode" presStyleCnt="0"/>
      <dgm:spPr/>
    </dgm:pt>
    <dgm:pt modelId="{F03F6A71-C3C0-4B84-A7B4-82DE1CE4465F}" type="pres">
      <dgm:prSet presAssocID="{95BE8A9D-17B9-4B80-82FC-3CC2D9DB2D80}" presName="bgRect" presStyleLbl="bgShp" presStyleIdx="1" presStyleCnt="3"/>
      <dgm:spPr/>
    </dgm:pt>
    <dgm:pt modelId="{093FFCC0-CBF2-4D15-AFF0-65074F80B4A8}" type="pres">
      <dgm:prSet presAssocID="{95BE8A9D-17B9-4B80-82FC-3CC2D9DB2D8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D1FA52C2-E3F6-4EF7-8463-EF89DBDBCCAE}" type="pres">
      <dgm:prSet presAssocID="{95BE8A9D-17B9-4B80-82FC-3CC2D9DB2D80}" presName="spaceRect" presStyleCnt="0"/>
      <dgm:spPr/>
    </dgm:pt>
    <dgm:pt modelId="{DF2C41C7-A06D-4D66-9D97-F3D2D5F18FEF}" type="pres">
      <dgm:prSet presAssocID="{95BE8A9D-17B9-4B80-82FC-3CC2D9DB2D80}" presName="parTx" presStyleLbl="revTx" presStyleIdx="1" presStyleCnt="3">
        <dgm:presLayoutVars>
          <dgm:chMax val="0"/>
          <dgm:chPref val="0"/>
        </dgm:presLayoutVars>
      </dgm:prSet>
      <dgm:spPr/>
    </dgm:pt>
    <dgm:pt modelId="{4EE9754E-7501-4744-BA89-FA1D31222D17}" type="pres">
      <dgm:prSet presAssocID="{4C2C00AB-CBF7-4406-8D1C-46BEE552A715}" presName="sibTrans" presStyleCnt="0"/>
      <dgm:spPr/>
    </dgm:pt>
    <dgm:pt modelId="{56FD2C54-4CB0-490C-B16D-7A67FE313019}" type="pres">
      <dgm:prSet presAssocID="{70A2193B-AA56-4CEC-A2FA-767A5DD8066B}" presName="compNode" presStyleCnt="0"/>
      <dgm:spPr/>
    </dgm:pt>
    <dgm:pt modelId="{36374325-C253-4AE8-A028-B150206509ED}" type="pres">
      <dgm:prSet presAssocID="{70A2193B-AA56-4CEC-A2FA-767A5DD8066B}" presName="bgRect" presStyleLbl="bgShp" presStyleIdx="2" presStyleCnt="3"/>
      <dgm:spPr/>
    </dgm:pt>
    <dgm:pt modelId="{F838BA0E-0735-453F-846B-FB60A957A26C}" type="pres">
      <dgm:prSet presAssocID="{70A2193B-AA56-4CEC-A2FA-767A5DD8066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Sign"/>
        </a:ext>
      </dgm:extLst>
    </dgm:pt>
    <dgm:pt modelId="{E5C73AD1-1E61-48B8-B88F-846D5480B409}" type="pres">
      <dgm:prSet presAssocID="{70A2193B-AA56-4CEC-A2FA-767A5DD8066B}" presName="spaceRect" presStyleCnt="0"/>
      <dgm:spPr/>
    </dgm:pt>
    <dgm:pt modelId="{9ED29FEB-21FD-4E68-92B0-A0D2704AC1C2}" type="pres">
      <dgm:prSet presAssocID="{70A2193B-AA56-4CEC-A2FA-767A5DD8066B}" presName="parTx" presStyleLbl="revTx" presStyleIdx="2" presStyleCnt="3">
        <dgm:presLayoutVars>
          <dgm:chMax val="0"/>
          <dgm:chPref val="0"/>
        </dgm:presLayoutVars>
      </dgm:prSet>
      <dgm:spPr/>
    </dgm:pt>
  </dgm:ptLst>
  <dgm:cxnLst>
    <dgm:cxn modelId="{4D364606-D871-43D9-A2B0-005D287AE283}" srcId="{164090DD-A167-4E42-B503-4FCEDCFA2848}" destId="{70A2193B-AA56-4CEC-A2FA-767A5DD8066B}" srcOrd="2" destOrd="0" parTransId="{098CD26F-6520-4923-A5B8-34B57C9D60DA}" sibTransId="{B06BD844-9D97-4862-B3BB-C0A0815E3006}"/>
    <dgm:cxn modelId="{8DABC51F-3A2B-441B-8AF1-45831E77741C}" type="presOf" srcId="{164090DD-A167-4E42-B503-4FCEDCFA2848}" destId="{D3F846AF-DACF-4A97-8686-50581C07CBFD}" srcOrd="0" destOrd="0" presId="urn:microsoft.com/office/officeart/2018/2/layout/IconVerticalSolidList"/>
    <dgm:cxn modelId="{91AAD82C-F665-4AB5-9256-01CEB2AF20E3}" type="presOf" srcId="{70A2193B-AA56-4CEC-A2FA-767A5DD8066B}" destId="{9ED29FEB-21FD-4E68-92B0-A0D2704AC1C2}" srcOrd="0" destOrd="0" presId="urn:microsoft.com/office/officeart/2018/2/layout/IconVerticalSolidList"/>
    <dgm:cxn modelId="{90BEDE4D-6A55-45BB-ACC2-DC438FE8D3E2}" type="presOf" srcId="{BAEAFB32-E4D9-4FC1-854F-A06839234857}" destId="{9C0B23D5-39AB-4784-8813-4DBBC2E567E7}" srcOrd="0" destOrd="0" presId="urn:microsoft.com/office/officeart/2018/2/layout/IconVerticalSolidList"/>
    <dgm:cxn modelId="{62555B7B-5114-45FB-B755-5A02E7071A9B}" srcId="{164090DD-A167-4E42-B503-4FCEDCFA2848}" destId="{95BE8A9D-17B9-4B80-82FC-3CC2D9DB2D80}" srcOrd="1" destOrd="0" parTransId="{CFC9326E-9BE0-433A-8FE7-7EB9A82C8230}" sibTransId="{4C2C00AB-CBF7-4406-8D1C-46BEE552A715}"/>
    <dgm:cxn modelId="{6267C694-C48E-4408-AE4E-8B313F0F0DF5}" type="presOf" srcId="{95BE8A9D-17B9-4B80-82FC-3CC2D9DB2D80}" destId="{DF2C41C7-A06D-4D66-9D97-F3D2D5F18FEF}" srcOrd="0" destOrd="0" presId="urn:microsoft.com/office/officeart/2018/2/layout/IconVerticalSolidList"/>
    <dgm:cxn modelId="{A3EA01D2-80B2-4CA0-8015-9F2DD77200EA}" srcId="{164090DD-A167-4E42-B503-4FCEDCFA2848}" destId="{BAEAFB32-E4D9-4FC1-854F-A06839234857}" srcOrd="0" destOrd="0" parTransId="{08286B2A-5A9D-43D9-B369-BDDAF2620998}" sibTransId="{8352ABE8-6193-4543-AD16-6D299DBF7532}"/>
    <dgm:cxn modelId="{4A6BBBE8-40A6-48BD-B964-291839780546}" type="presParOf" srcId="{D3F846AF-DACF-4A97-8686-50581C07CBFD}" destId="{5E7D1B9C-5E9A-4B48-973E-9B8AF054FA63}" srcOrd="0" destOrd="0" presId="urn:microsoft.com/office/officeart/2018/2/layout/IconVerticalSolidList"/>
    <dgm:cxn modelId="{F96D1FD1-B7BF-42F9-BD73-97F19E3907F2}" type="presParOf" srcId="{5E7D1B9C-5E9A-4B48-973E-9B8AF054FA63}" destId="{55BA7291-6F61-4C09-81E9-8505CA7A2758}" srcOrd="0" destOrd="0" presId="urn:microsoft.com/office/officeart/2018/2/layout/IconVerticalSolidList"/>
    <dgm:cxn modelId="{81502A74-E9F4-4B30-BB69-8EDF81046B93}" type="presParOf" srcId="{5E7D1B9C-5E9A-4B48-973E-9B8AF054FA63}" destId="{2154CB58-893C-40EB-96CD-DB363A52DB50}" srcOrd="1" destOrd="0" presId="urn:microsoft.com/office/officeart/2018/2/layout/IconVerticalSolidList"/>
    <dgm:cxn modelId="{749AF290-B356-4374-808B-F3C5DC90A92A}" type="presParOf" srcId="{5E7D1B9C-5E9A-4B48-973E-9B8AF054FA63}" destId="{A80F51A3-0B45-407F-8990-F101EFEDF5D8}" srcOrd="2" destOrd="0" presId="urn:microsoft.com/office/officeart/2018/2/layout/IconVerticalSolidList"/>
    <dgm:cxn modelId="{61408DD7-CE2A-4E16-87CE-EAA8E35686B5}" type="presParOf" srcId="{5E7D1B9C-5E9A-4B48-973E-9B8AF054FA63}" destId="{9C0B23D5-39AB-4784-8813-4DBBC2E567E7}" srcOrd="3" destOrd="0" presId="urn:microsoft.com/office/officeart/2018/2/layout/IconVerticalSolidList"/>
    <dgm:cxn modelId="{768F4A7D-F97C-41BE-98B7-4E1DDD8286C0}" type="presParOf" srcId="{D3F846AF-DACF-4A97-8686-50581C07CBFD}" destId="{6F86C4B4-AFB4-4888-875E-2101854779A3}" srcOrd="1" destOrd="0" presId="urn:microsoft.com/office/officeart/2018/2/layout/IconVerticalSolidList"/>
    <dgm:cxn modelId="{51A34FC6-EC66-47D4-814D-717D717EEB27}" type="presParOf" srcId="{D3F846AF-DACF-4A97-8686-50581C07CBFD}" destId="{7196D00A-8C3B-4BD6-BE90-072DF338530C}" srcOrd="2" destOrd="0" presId="urn:microsoft.com/office/officeart/2018/2/layout/IconVerticalSolidList"/>
    <dgm:cxn modelId="{89AC9A63-D6DE-4E1C-8014-5B139F443F13}" type="presParOf" srcId="{7196D00A-8C3B-4BD6-BE90-072DF338530C}" destId="{F03F6A71-C3C0-4B84-A7B4-82DE1CE4465F}" srcOrd="0" destOrd="0" presId="urn:microsoft.com/office/officeart/2018/2/layout/IconVerticalSolidList"/>
    <dgm:cxn modelId="{8B4BF102-D5FA-4E83-9757-669088FF03FC}" type="presParOf" srcId="{7196D00A-8C3B-4BD6-BE90-072DF338530C}" destId="{093FFCC0-CBF2-4D15-AFF0-65074F80B4A8}" srcOrd="1" destOrd="0" presId="urn:microsoft.com/office/officeart/2018/2/layout/IconVerticalSolidList"/>
    <dgm:cxn modelId="{994DC7ED-58CC-4DE1-AB1D-4386B459B271}" type="presParOf" srcId="{7196D00A-8C3B-4BD6-BE90-072DF338530C}" destId="{D1FA52C2-E3F6-4EF7-8463-EF89DBDBCCAE}" srcOrd="2" destOrd="0" presId="urn:microsoft.com/office/officeart/2018/2/layout/IconVerticalSolidList"/>
    <dgm:cxn modelId="{1BCCB0FD-C67B-42F2-8498-4D384A98EF15}" type="presParOf" srcId="{7196D00A-8C3B-4BD6-BE90-072DF338530C}" destId="{DF2C41C7-A06D-4D66-9D97-F3D2D5F18FEF}" srcOrd="3" destOrd="0" presId="urn:microsoft.com/office/officeart/2018/2/layout/IconVerticalSolidList"/>
    <dgm:cxn modelId="{F485D5A3-8DB6-4AB3-B119-A9CF22AF6780}" type="presParOf" srcId="{D3F846AF-DACF-4A97-8686-50581C07CBFD}" destId="{4EE9754E-7501-4744-BA89-FA1D31222D17}" srcOrd="3" destOrd="0" presId="urn:microsoft.com/office/officeart/2018/2/layout/IconVerticalSolidList"/>
    <dgm:cxn modelId="{FA4EE5EF-145B-4DDA-AFAE-CB475BE1ED6C}" type="presParOf" srcId="{D3F846AF-DACF-4A97-8686-50581C07CBFD}" destId="{56FD2C54-4CB0-490C-B16D-7A67FE313019}" srcOrd="4" destOrd="0" presId="urn:microsoft.com/office/officeart/2018/2/layout/IconVerticalSolidList"/>
    <dgm:cxn modelId="{D6B7FA3D-F782-4F8B-8C8B-103E19AE1DB9}" type="presParOf" srcId="{56FD2C54-4CB0-490C-B16D-7A67FE313019}" destId="{36374325-C253-4AE8-A028-B150206509ED}" srcOrd="0" destOrd="0" presId="urn:microsoft.com/office/officeart/2018/2/layout/IconVerticalSolidList"/>
    <dgm:cxn modelId="{55DE8B4D-101B-4CC2-8195-C7DABA5F8298}" type="presParOf" srcId="{56FD2C54-4CB0-490C-B16D-7A67FE313019}" destId="{F838BA0E-0735-453F-846B-FB60A957A26C}" srcOrd="1" destOrd="0" presId="urn:microsoft.com/office/officeart/2018/2/layout/IconVerticalSolidList"/>
    <dgm:cxn modelId="{4AAAB162-6231-4DF7-A565-A6CE9B2F4998}" type="presParOf" srcId="{56FD2C54-4CB0-490C-B16D-7A67FE313019}" destId="{E5C73AD1-1E61-48B8-B88F-846D5480B409}" srcOrd="2" destOrd="0" presId="urn:microsoft.com/office/officeart/2018/2/layout/IconVerticalSolidList"/>
    <dgm:cxn modelId="{449888AD-93F1-4DC3-899A-BB82F3D5DF45}" type="presParOf" srcId="{56FD2C54-4CB0-490C-B16D-7A67FE313019}" destId="{9ED29FEB-21FD-4E68-92B0-A0D2704AC1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238018-37B9-45C3-875D-216230EFEA66}" type="doc">
      <dgm:prSet loTypeId="urn:microsoft.com/office/officeart/2009/3/layout/HorizontalOrganizationChart" loCatId="hierarchy" qsTypeId="urn:microsoft.com/office/officeart/2005/8/quickstyle/simple4" qsCatId="simple" csTypeId="urn:microsoft.com/office/officeart/2005/8/colors/colorful5" csCatId="colorful"/>
      <dgm:spPr/>
      <dgm:t>
        <a:bodyPr/>
        <a:lstStyle/>
        <a:p>
          <a:endParaRPr lang="en-US"/>
        </a:p>
      </dgm:t>
    </dgm:pt>
    <dgm:pt modelId="{8366692B-DB99-4D89-AA4A-94E886D9F557}">
      <dgm:prSet/>
      <dgm:spPr/>
      <dgm:t>
        <a:bodyPr/>
        <a:lstStyle/>
        <a:p>
          <a:r>
            <a:rPr lang="en-IN" b="1"/>
            <a:t>THANK</a:t>
          </a:r>
          <a:endParaRPr lang="en-US"/>
        </a:p>
      </dgm:t>
    </dgm:pt>
    <dgm:pt modelId="{5EE35ED0-0A93-4C21-A2F0-DD2835507E80}" type="parTrans" cxnId="{211CFD17-0E9D-4D0A-B4AF-0077B9BD8D3A}">
      <dgm:prSet/>
      <dgm:spPr/>
      <dgm:t>
        <a:bodyPr/>
        <a:lstStyle/>
        <a:p>
          <a:endParaRPr lang="en-US"/>
        </a:p>
      </dgm:t>
    </dgm:pt>
    <dgm:pt modelId="{DC40A88C-49AC-4A39-B39D-9A1FF81B96BE}" type="sibTrans" cxnId="{211CFD17-0E9D-4D0A-B4AF-0077B9BD8D3A}">
      <dgm:prSet/>
      <dgm:spPr/>
      <dgm:t>
        <a:bodyPr/>
        <a:lstStyle/>
        <a:p>
          <a:endParaRPr lang="en-US"/>
        </a:p>
      </dgm:t>
    </dgm:pt>
    <dgm:pt modelId="{43DF395A-0EC2-40F9-AC5E-58BE32869C53}">
      <dgm:prSet/>
      <dgm:spPr/>
      <dgm:t>
        <a:bodyPr/>
        <a:lstStyle/>
        <a:p>
          <a:r>
            <a:rPr lang="en-IN" b="1"/>
            <a:t>YOU!</a:t>
          </a:r>
          <a:endParaRPr lang="en-US"/>
        </a:p>
      </dgm:t>
    </dgm:pt>
    <dgm:pt modelId="{728DF4FF-976D-4535-A057-2DFDFFC6C2DE}" type="parTrans" cxnId="{70A0167C-C5AC-4433-B357-422ED3D2D723}">
      <dgm:prSet/>
      <dgm:spPr/>
      <dgm:t>
        <a:bodyPr/>
        <a:lstStyle/>
        <a:p>
          <a:endParaRPr lang="en-US"/>
        </a:p>
      </dgm:t>
    </dgm:pt>
    <dgm:pt modelId="{4A5EB263-59DB-4174-8B2A-1E45F430C37A}" type="sibTrans" cxnId="{70A0167C-C5AC-4433-B357-422ED3D2D723}">
      <dgm:prSet/>
      <dgm:spPr/>
      <dgm:t>
        <a:bodyPr/>
        <a:lstStyle/>
        <a:p>
          <a:endParaRPr lang="en-US"/>
        </a:p>
      </dgm:t>
    </dgm:pt>
    <dgm:pt modelId="{CA95416E-2915-4FD7-99D8-1A9843554ED0}" type="pres">
      <dgm:prSet presAssocID="{BF238018-37B9-45C3-875D-216230EFEA66}" presName="hierChild1" presStyleCnt="0">
        <dgm:presLayoutVars>
          <dgm:orgChart val="1"/>
          <dgm:chPref val="1"/>
          <dgm:dir/>
          <dgm:animOne val="branch"/>
          <dgm:animLvl val="lvl"/>
          <dgm:resizeHandles/>
        </dgm:presLayoutVars>
      </dgm:prSet>
      <dgm:spPr/>
    </dgm:pt>
    <dgm:pt modelId="{4C9A05E3-7241-49F4-8EAC-8DEB9E2D769B}" type="pres">
      <dgm:prSet presAssocID="{8366692B-DB99-4D89-AA4A-94E886D9F557}" presName="hierRoot1" presStyleCnt="0">
        <dgm:presLayoutVars>
          <dgm:hierBranch val="init"/>
        </dgm:presLayoutVars>
      </dgm:prSet>
      <dgm:spPr/>
    </dgm:pt>
    <dgm:pt modelId="{0D28DDDA-3855-4603-A5F6-5CCC745E3847}" type="pres">
      <dgm:prSet presAssocID="{8366692B-DB99-4D89-AA4A-94E886D9F557}" presName="rootComposite1" presStyleCnt="0"/>
      <dgm:spPr/>
    </dgm:pt>
    <dgm:pt modelId="{43D771B6-A3FF-49DD-9E70-6860283EAD44}" type="pres">
      <dgm:prSet presAssocID="{8366692B-DB99-4D89-AA4A-94E886D9F557}" presName="rootText1" presStyleLbl="node0" presStyleIdx="0" presStyleCnt="2">
        <dgm:presLayoutVars>
          <dgm:chPref val="3"/>
        </dgm:presLayoutVars>
      </dgm:prSet>
      <dgm:spPr/>
    </dgm:pt>
    <dgm:pt modelId="{7C1C64D7-9265-45AD-AE3D-A52612B19301}" type="pres">
      <dgm:prSet presAssocID="{8366692B-DB99-4D89-AA4A-94E886D9F557}" presName="rootConnector1" presStyleLbl="node1" presStyleIdx="0" presStyleCnt="0"/>
      <dgm:spPr/>
    </dgm:pt>
    <dgm:pt modelId="{C65316BF-F39E-46B5-9903-43E52CDA2776}" type="pres">
      <dgm:prSet presAssocID="{8366692B-DB99-4D89-AA4A-94E886D9F557}" presName="hierChild2" presStyleCnt="0"/>
      <dgm:spPr/>
    </dgm:pt>
    <dgm:pt modelId="{DBE50765-858C-46C5-A16B-59B84F03E3D0}" type="pres">
      <dgm:prSet presAssocID="{8366692B-DB99-4D89-AA4A-94E886D9F557}" presName="hierChild3" presStyleCnt="0"/>
      <dgm:spPr/>
    </dgm:pt>
    <dgm:pt modelId="{B3DDCC37-9CD4-4415-974D-32A7E4FB1EFD}" type="pres">
      <dgm:prSet presAssocID="{43DF395A-0EC2-40F9-AC5E-58BE32869C53}" presName="hierRoot1" presStyleCnt="0">
        <dgm:presLayoutVars>
          <dgm:hierBranch val="init"/>
        </dgm:presLayoutVars>
      </dgm:prSet>
      <dgm:spPr/>
    </dgm:pt>
    <dgm:pt modelId="{AD0F1685-73B9-46F1-84C3-B0876EDD8A54}" type="pres">
      <dgm:prSet presAssocID="{43DF395A-0EC2-40F9-AC5E-58BE32869C53}" presName="rootComposite1" presStyleCnt="0"/>
      <dgm:spPr/>
    </dgm:pt>
    <dgm:pt modelId="{B0EAA88D-21BB-4A2D-BCBE-381CE5EE5F6B}" type="pres">
      <dgm:prSet presAssocID="{43DF395A-0EC2-40F9-AC5E-58BE32869C53}" presName="rootText1" presStyleLbl="node0" presStyleIdx="1" presStyleCnt="2">
        <dgm:presLayoutVars>
          <dgm:chPref val="3"/>
        </dgm:presLayoutVars>
      </dgm:prSet>
      <dgm:spPr/>
    </dgm:pt>
    <dgm:pt modelId="{11D71826-8BF3-40B8-9006-A7B001CE4528}" type="pres">
      <dgm:prSet presAssocID="{43DF395A-0EC2-40F9-AC5E-58BE32869C53}" presName="rootConnector1" presStyleLbl="node1" presStyleIdx="0" presStyleCnt="0"/>
      <dgm:spPr/>
    </dgm:pt>
    <dgm:pt modelId="{68D007DB-3ADA-4D8B-B6F1-08895AB55AFD}" type="pres">
      <dgm:prSet presAssocID="{43DF395A-0EC2-40F9-AC5E-58BE32869C53}" presName="hierChild2" presStyleCnt="0"/>
      <dgm:spPr/>
    </dgm:pt>
    <dgm:pt modelId="{43D05A85-0E72-49D7-B442-ED88964F524C}" type="pres">
      <dgm:prSet presAssocID="{43DF395A-0EC2-40F9-AC5E-58BE32869C53}" presName="hierChild3" presStyleCnt="0"/>
      <dgm:spPr/>
    </dgm:pt>
  </dgm:ptLst>
  <dgm:cxnLst>
    <dgm:cxn modelId="{211CFD17-0E9D-4D0A-B4AF-0077B9BD8D3A}" srcId="{BF238018-37B9-45C3-875D-216230EFEA66}" destId="{8366692B-DB99-4D89-AA4A-94E886D9F557}" srcOrd="0" destOrd="0" parTransId="{5EE35ED0-0A93-4C21-A2F0-DD2835507E80}" sibTransId="{DC40A88C-49AC-4A39-B39D-9A1FF81B96BE}"/>
    <dgm:cxn modelId="{0DCF5C65-B3D2-4ADF-B968-36579A6E338E}" type="presOf" srcId="{43DF395A-0EC2-40F9-AC5E-58BE32869C53}" destId="{B0EAA88D-21BB-4A2D-BCBE-381CE5EE5F6B}" srcOrd="0" destOrd="0" presId="urn:microsoft.com/office/officeart/2009/3/layout/HorizontalOrganizationChart"/>
    <dgm:cxn modelId="{C4D81F59-C001-4FA6-8230-EDAD133E9216}" type="presOf" srcId="{43DF395A-0EC2-40F9-AC5E-58BE32869C53}" destId="{11D71826-8BF3-40B8-9006-A7B001CE4528}" srcOrd="1" destOrd="0" presId="urn:microsoft.com/office/officeart/2009/3/layout/HorizontalOrganizationChart"/>
    <dgm:cxn modelId="{70A0167C-C5AC-4433-B357-422ED3D2D723}" srcId="{BF238018-37B9-45C3-875D-216230EFEA66}" destId="{43DF395A-0EC2-40F9-AC5E-58BE32869C53}" srcOrd="1" destOrd="0" parTransId="{728DF4FF-976D-4535-A057-2DFDFFC6C2DE}" sibTransId="{4A5EB263-59DB-4174-8B2A-1E45F430C37A}"/>
    <dgm:cxn modelId="{5BF895CE-2674-4615-8971-C45749A88BC4}" type="presOf" srcId="{8366692B-DB99-4D89-AA4A-94E886D9F557}" destId="{7C1C64D7-9265-45AD-AE3D-A52612B19301}" srcOrd="1" destOrd="0" presId="urn:microsoft.com/office/officeart/2009/3/layout/HorizontalOrganizationChart"/>
    <dgm:cxn modelId="{DAE42AD7-E332-48A1-9897-9C4D60A83CF3}" type="presOf" srcId="{8366692B-DB99-4D89-AA4A-94E886D9F557}" destId="{43D771B6-A3FF-49DD-9E70-6860283EAD44}" srcOrd="0" destOrd="0" presId="urn:microsoft.com/office/officeart/2009/3/layout/HorizontalOrganizationChart"/>
    <dgm:cxn modelId="{B127D0E1-23AE-4318-A505-516A13EA70B7}" type="presOf" srcId="{BF238018-37B9-45C3-875D-216230EFEA66}" destId="{CA95416E-2915-4FD7-99D8-1A9843554ED0}" srcOrd="0" destOrd="0" presId="urn:microsoft.com/office/officeart/2009/3/layout/HorizontalOrganizationChart"/>
    <dgm:cxn modelId="{1F9FC656-31F2-46D3-A736-A5DDD6A65FE3}" type="presParOf" srcId="{CA95416E-2915-4FD7-99D8-1A9843554ED0}" destId="{4C9A05E3-7241-49F4-8EAC-8DEB9E2D769B}" srcOrd="0" destOrd="0" presId="urn:microsoft.com/office/officeart/2009/3/layout/HorizontalOrganizationChart"/>
    <dgm:cxn modelId="{B11CC901-68DD-453F-B59C-144830C97499}" type="presParOf" srcId="{4C9A05E3-7241-49F4-8EAC-8DEB9E2D769B}" destId="{0D28DDDA-3855-4603-A5F6-5CCC745E3847}" srcOrd="0" destOrd="0" presId="urn:microsoft.com/office/officeart/2009/3/layout/HorizontalOrganizationChart"/>
    <dgm:cxn modelId="{1617A15F-E8CA-42B5-A921-E4CA8A7B1C20}" type="presParOf" srcId="{0D28DDDA-3855-4603-A5F6-5CCC745E3847}" destId="{43D771B6-A3FF-49DD-9E70-6860283EAD44}" srcOrd="0" destOrd="0" presId="urn:microsoft.com/office/officeart/2009/3/layout/HorizontalOrganizationChart"/>
    <dgm:cxn modelId="{F94BC7C0-3390-4BED-A7A5-E4188E9CCDE1}" type="presParOf" srcId="{0D28DDDA-3855-4603-A5F6-5CCC745E3847}" destId="{7C1C64D7-9265-45AD-AE3D-A52612B19301}" srcOrd="1" destOrd="0" presId="urn:microsoft.com/office/officeart/2009/3/layout/HorizontalOrganizationChart"/>
    <dgm:cxn modelId="{6DE0E528-9A5B-4C76-8C86-235E412D68CE}" type="presParOf" srcId="{4C9A05E3-7241-49F4-8EAC-8DEB9E2D769B}" destId="{C65316BF-F39E-46B5-9903-43E52CDA2776}" srcOrd="1" destOrd="0" presId="urn:microsoft.com/office/officeart/2009/3/layout/HorizontalOrganizationChart"/>
    <dgm:cxn modelId="{03573F6C-C57B-4E04-8195-F394201FC4A3}" type="presParOf" srcId="{4C9A05E3-7241-49F4-8EAC-8DEB9E2D769B}" destId="{DBE50765-858C-46C5-A16B-59B84F03E3D0}" srcOrd="2" destOrd="0" presId="urn:microsoft.com/office/officeart/2009/3/layout/HorizontalOrganizationChart"/>
    <dgm:cxn modelId="{4925696F-1A33-4BA0-9860-897B6F86A21F}" type="presParOf" srcId="{CA95416E-2915-4FD7-99D8-1A9843554ED0}" destId="{B3DDCC37-9CD4-4415-974D-32A7E4FB1EFD}" srcOrd="1" destOrd="0" presId="urn:microsoft.com/office/officeart/2009/3/layout/HorizontalOrganizationChart"/>
    <dgm:cxn modelId="{E845EE5E-8984-4959-AC5C-AAE0AB7F3269}" type="presParOf" srcId="{B3DDCC37-9CD4-4415-974D-32A7E4FB1EFD}" destId="{AD0F1685-73B9-46F1-84C3-B0876EDD8A54}" srcOrd="0" destOrd="0" presId="urn:microsoft.com/office/officeart/2009/3/layout/HorizontalOrganizationChart"/>
    <dgm:cxn modelId="{78C8F370-1AA1-4396-A9E7-AFDF490878B8}" type="presParOf" srcId="{AD0F1685-73B9-46F1-84C3-B0876EDD8A54}" destId="{B0EAA88D-21BB-4A2D-BCBE-381CE5EE5F6B}" srcOrd="0" destOrd="0" presId="urn:microsoft.com/office/officeart/2009/3/layout/HorizontalOrganizationChart"/>
    <dgm:cxn modelId="{8A4AE077-29CA-43CE-A57B-36D553C2CF09}" type="presParOf" srcId="{AD0F1685-73B9-46F1-84C3-B0876EDD8A54}" destId="{11D71826-8BF3-40B8-9006-A7B001CE4528}" srcOrd="1" destOrd="0" presId="urn:microsoft.com/office/officeart/2009/3/layout/HorizontalOrganizationChart"/>
    <dgm:cxn modelId="{9B21F817-71E8-4E70-963E-4AF49080E7BC}" type="presParOf" srcId="{B3DDCC37-9CD4-4415-974D-32A7E4FB1EFD}" destId="{68D007DB-3ADA-4D8B-B6F1-08895AB55AFD}" srcOrd="1" destOrd="0" presId="urn:microsoft.com/office/officeart/2009/3/layout/HorizontalOrganizationChart"/>
    <dgm:cxn modelId="{C55DF3CA-622F-4A38-80E1-8F55A5D7BF57}" type="presParOf" srcId="{B3DDCC37-9CD4-4415-974D-32A7E4FB1EFD}" destId="{43D05A85-0E72-49D7-B442-ED88964F524C}"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0F09C-677C-45CB-B0C7-9AEAA13B8B6C}">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0D7485-E303-4598-A385-FEFCDB084D5E}">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25B26A-FC1E-4804-A0E7-EBB997A8732C}">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66800">
            <a:lnSpc>
              <a:spcPct val="100000"/>
            </a:lnSpc>
            <a:spcBef>
              <a:spcPct val="0"/>
            </a:spcBef>
            <a:spcAft>
              <a:spcPct val="35000"/>
            </a:spcAft>
            <a:buNone/>
          </a:pPr>
          <a:r>
            <a:rPr lang="en-US" sz="2400" kern="1200"/>
            <a:t>In the current educational environment, identity cards serve only for visual identification.</a:t>
          </a:r>
        </a:p>
      </dsp:txBody>
      <dsp:txXfrm>
        <a:off x="1437631" y="531"/>
        <a:ext cx="6449068" cy="1244702"/>
      </dsp:txXfrm>
    </dsp:sp>
    <dsp:sp modelId="{6358897D-C88D-4D59-B928-912CF086B6CD}">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81F398-3527-4D76-9250-27201F61F007}">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DFB585-EF72-447C-9F8C-A6E54C34DE00}">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66800">
            <a:lnSpc>
              <a:spcPct val="100000"/>
            </a:lnSpc>
            <a:spcBef>
              <a:spcPct val="0"/>
            </a:spcBef>
            <a:spcAft>
              <a:spcPct val="35000"/>
            </a:spcAft>
            <a:buNone/>
          </a:pPr>
          <a:r>
            <a:rPr lang="en-US" sz="2400" kern="1200"/>
            <a:t>Manual attendance systems are used, which are time-consuming and prone to errors.</a:t>
          </a:r>
        </a:p>
      </dsp:txBody>
      <dsp:txXfrm>
        <a:off x="1437631" y="1556410"/>
        <a:ext cx="6449068" cy="1244702"/>
      </dsp:txXfrm>
    </dsp:sp>
    <dsp:sp modelId="{0CA52579-32ED-4147-B8D9-9226281AA75B}">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513785-DE17-4B83-933B-4675FC90171B}">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F48708-3EEB-489C-9B99-8EE3C5F7859C}">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66800">
            <a:lnSpc>
              <a:spcPct val="100000"/>
            </a:lnSpc>
            <a:spcBef>
              <a:spcPct val="0"/>
            </a:spcBef>
            <a:spcAft>
              <a:spcPct val="35000"/>
            </a:spcAft>
            <a:buNone/>
          </a:pPr>
          <a:r>
            <a:rPr lang="en-US" sz="2400" kern="1200" dirty="0"/>
            <a:t>Existing systems lack integration with modern IoT technologies.</a:t>
          </a:r>
        </a:p>
      </dsp:txBody>
      <dsp:txXfrm>
        <a:off x="1437631" y="3112289"/>
        <a:ext cx="64490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BA7291-6F61-4C09-81E9-8505CA7A2758}">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54CB58-893C-40EB-96CD-DB363A52DB50}">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0B23D5-39AB-4784-8813-4DBBC2E567E7}">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100000"/>
            </a:lnSpc>
            <a:spcBef>
              <a:spcPct val="0"/>
            </a:spcBef>
            <a:spcAft>
              <a:spcPct val="35000"/>
            </a:spcAft>
            <a:buNone/>
          </a:pPr>
          <a:r>
            <a:rPr lang="en-US" sz="2500" kern="1200" dirty="0"/>
            <a:t>A Smart Digital ID Card embedded with GPS module.</a:t>
          </a:r>
        </a:p>
      </dsp:txBody>
      <dsp:txXfrm>
        <a:off x="1437631" y="531"/>
        <a:ext cx="6449068" cy="1244702"/>
      </dsp:txXfrm>
    </dsp:sp>
    <dsp:sp modelId="{F03F6A71-C3C0-4B84-A7B4-82DE1CE4465F}">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3FFCC0-CBF2-4D15-AFF0-65074F80B4A8}">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2C41C7-A06D-4D66-9D97-F3D2D5F18FEF}">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100000"/>
            </a:lnSpc>
            <a:spcBef>
              <a:spcPct val="0"/>
            </a:spcBef>
            <a:spcAft>
              <a:spcPct val="35000"/>
            </a:spcAft>
            <a:buNone/>
          </a:pPr>
          <a:r>
            <a:rPr lang="en-US" sz="2500" kern="1200"/>
            <a:t>Uses GPS-based geofencing to monitor student presence inside classrooms and on campus.</a:t>
          </a:r>
        </a:p>
      </dsp:txBody>
      <dsp:txXfrm>
        <a:off x="1437631" y="1556410"/>
        <a:ext cx="6449068" cy="1244702"/>
      </dsp:txXfrm>
    </dsp:sp>
    <dsp:sp modelId="{36374325-C253-4AE8-A028-B150206509ED}">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38BA0E-0735-453F-846B-FB60A957A26C}">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D29FEB-21FD-4E68-92B0-A0D2704AC1C2}">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100000"/>
            </a:lnSpc>
            <a:spcBef>
              <a:spcPct val="0"/>
            </a:spcBef>
            <a:spcAft>
              <a:spcPct val="35000"/>
            </a:spcAft>
            <a:buNone/>
          </a:pPr>
          <a:r>
            <a:rPr lang="en-US" sz="2500" kern="1200"/>
            <a:t>Offers a scalable and privacy-respecting monitoring solution.</a:t>
          </a:r>
        </a:p>
      </dsp:txBody>
      <dsp:txXfrm>
        <a:off x="1437631" y="3112289"/>
        <a:ext cx="64490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D771B6-A3FF-49DD-9E70-6860283EAD44}">
      <dsp:nvSpPr>
        <dsp:cNvPr id="0" name=""/>
        <dsp:cNvSpPr/>
      </dsp:nvSpPr>
      <dsp:spPr>
        <a:xfrm>
          <a:off x="610" y="889863"/>
          <a:ext cx="4998903" cy="1524665"/>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IN" sz="6500" b="1" kern="1200"/>
            <a:t>THANK</a:t>
          </a:r>
          <a:endParaRPr lang="en-US" sz="6500" kern="1200"/>
        </a:p>
      </dsp:txBody>
      <dsp:txXfrm>
        <a:off x="610" y="889863"/>
        <a:ext cx="4998903" cy="1524665"/>
      </dsp:txXfrm>
    </dsp:sp>
    <dsp:sp modelId="{B0EAA88D-21BB-4A2D-BCBE-381CE5EE5F6B}">
      <dsp:nvSpPr>
        <dsp:cNvPr id="0" name=""/>
        <dsp:cNvSpPr/>
      </dsp:nvSpPr>
      <dsp:spPr>
        <a:xfrm>
          <a:off x="610" y="3039391"/>
          <a:ext cx="4998903" cy="1524665"/>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IN" sz="6500" b="1" kern="1200"/>
            <a:t>YOU!</a:t>
          </a:r>
          <a:endParaRPr lang="en-US" sz="6500" kern="1200"/>
        </a:p>
      </dsp:txBody>
      <dsp:txXfrm>
        <a:off x="610" y="3039391"/>
        <a:ext cx="4998903" cy="152466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Blank ID holder">
            <a:extLst>
              <a:ext uri="{FF2B5EF4-FFF2-40B4-BE49-F238E27FC236}">
                <a16:creationId xmlns:a16="http://schemas.microsoft.com/office/drawing/2014/main" id="{C5B0E45E-9F92-C883-FA3E-9DA5B096A6C0}"/>
              </a:ext>
            </a:extLst>
          </p:cNvPr>
          <p:cNvPicPr>
            <a:picLocks noChangeAspect="1"/>
          </p:cNvPicPr>
          <p:nvPr/>
        </p:nvPicPr>
        <p:blipFill>
          <a:blip r:embed="rId2">
            <a:alphaModFix/>
          </a:blip>
          <a:srcRect l="26889" r="15382" b="-1"/>
          <a:stretch>
            <a:fillRect/>
          </a:stretch>
        </p:blipFill>
        <p:spPr>
          <a:xfrm>
            <a:off x="3212926" y="10"/>
            <a:ext cx="5931074" cy="6857992"/>
          </a:xfrm>
          <a:prstGeom prst="rect">
            <a:avLst/>
          </a:prstGeom>
        </p:spPr>
      </p:pic>
      <p:sp>
        <p:nvSpPr>
          <p:cNvPr id="28" name="Rectangle 27">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46497" y="1115219"/>
            <a:ext cx="4129087" cy="2387600"/>
          </a:xfrm>
        </p:spPr>
        <p:txBody>
          <a:bodyPr>
            <a:normAutofit/>
          </a:bodyPr>
          <a:lstStyle/>
          <a:p>
            <a:pPr algn="l"/>
            <a:r>
              <a:rPr lang="en-US" sz="4100" b="1" dirty="0">
                <a:solidFill>
                  <a:schemeClr val="bg1"/>
                </a:solidFill>
                <a:latin typeface="Times New Roman" panose="02020603050405020304" pitchFamily="18" charset="0"/>
                <a:cs typeface="Times New Roman" panose="02020603050405020304" pitchFamily="18" charset="0"/>
              </a:rPr>
              <a:t>Digital ID Card for Student Monitoring</a:t>
            </a:r>
          </a:p>
        </p:txBody>
      </p:sp>
      <p:sp>
        <p:nvSpPr>
          <p:cNvPr id="3" name="Subtitle 2"/>
          <p:cNvSpPr>
            <a:spLocks noGrp="1"/>
          </p:cNvSpPr>
          <p:nvPr>
            <p:ph type="subTitle" idx="1"/>
          </p:nvPr>
        </p:nvSpPr>
        <p:spPr>
          <a:xfrm>
            <a:off x="546497" y="3902074"/>
            <a:ext cx="5185709" cy="2577382"/>
          </a:xfrm>
        </p:spPr>
        <p:txBody>
          <a:bodyPr>
            <a:normAutofit/>
          </a:bodyPr>
          <a:lstStyle/>
          <a:p>
            <a:pPr algn="l">
              <a:lnSpc>
                <a:spcPct val="90000"/>
              </a:lnSpc>
            </a:pPr>
            <a:r>
              <a:rPr lang="en-IN" sz="1400" dirty="0">
                <a:solidFill>
                  <a:schemeClr val="bg1"/>
                </a:solidFill>
                <a:latin typeface="Times New Roman" panose="02020603050405020304" pitchFamily="18" charset="0"/>
                <a:cs typeface="Times New Roman" panose="02020603050405020304" pitchFamily="18" charset="0"/>
              </a:rPr>
              <a:t>An IoT-based Real-Time Student Tracking Solution</a:t>
            </a:r>
          </a:p>
          <a:p>
            <a:pPr algn="l">
              <a:lnSpc>
                <a:spcPct val="90000"/>
              </a:lnSpc>
            </a:pPr>
            <a:endParaRPr lang="en-IN" sz="1400" dirty="0">
              <a:solidFill>
                <a:schemeClr val="bg1"/>
              </a:solidFill>
              <a:latin typeface="Times New Roman" panose="02020603050405020304" pitchFamily="18" charset="0"/>
              <a:cs typeface="Times New Roman" panose="02020603050405020304" pitchFamily="18" charset="0"/>
            </a:endParaRPr>
          </a:p>
          <a:p>
            <a:pPr algn="l">
              <a:lnSpc>
                <a:spcPct val="90000"/>
              </a:lnSpc>
            </a:pPr>
            <a:r>
              <a:rPr lang="en-IN" sz="1400" b="1" dirty="0">
                <a:solidFill>
                  <a:schemeClr val="bg1"/>
                </a:solidFill>
                <a:latin typeface="Times New Roman" panose="02020603050405020304" pitchFamily="18" charset="0"/>
                <a:cs typeface="Times New Roman" panose="02020603050405020304" pitchFamily="18" charset="0"/>
              </a:rPr>
              <a:t>Team: CSE2526MNP-D16</a:t>
            </a:r>
          </a:p>
          <a:p>
            <a:pPr algn="l">
              <a:lnSpc>
                <a:spcPct val="90000"/>
              </a:lnSpc>
            </a:pPr>
            <a:r>
              <a:rPr lang="en-IN" sz="1400" dirty="0">
                <a:solidFill>
                  <a:schemeClr val="bg1"/>
                </a:solidFill>
                <a:latin typeface="Times New Roman" panose="02020603050405020304" pitchFamily="18" charset="0"/>
                <a:cs typeface="Times New Roman" panose="02020603050405020304" pitchFamily="18" charset="0"/>
              </a:rPr>
              <a:t>Sec: IV CSE-D</a:t>
            </a:r>
          </a:p>
          <a:p>
            <a:pPr algn="l">
              <a:lnSpc>
                <a:spcPct val="90000"/>
              </a:lnSpc>
            </a:pPr>
            <a:r>
              <a:rPr lang="en-IN" sz="1400" b="1" dirty="0">
                <a:solidFill>
                  <a:schemeClr val="bg1"/>
                </a:solidFill>
                <a:latin typeface="Times New Roman" panose="02020603050405020304" pitchFamily="18" charset="0"/>
                <a:cs typeface="Times New Roman" panose="02020603050405020304" pitchFamily="18" charset="0"/>
              </a:rPr>
              <a:t>Under The Guidance Of  Dr . A. Hariprasad Reddy</a:t>
            </a:r>
          </a:p>
          <a:p>
            <a:pPr algn="l">
              <a:lnSpc>
                <a:spcPct val="90000"/>
              </a:lnSpc>
            </a:pPr>
            <a:r>
              <a:rPr lang="en-IN" sz="1400" dirty="0">
                <a:solidFill>
                  <a:schemeClr val="bg1"/>
                </a:solidFill>
                <a:latin typeface="Times New Roman" panose="02020603050405020304" pitchFamily="18" charset="0"/>
                <a:cs typeface="Times New Roman" panose="02020603050405020304" pitchFamily="18" charset="0"/>
              </a:rPr>
              <a:t>Designation : Professor</a:t>
            </a:r>
          </a:p>
          <a:p>
            <a:pPr algn="l">
              <a:lnSpc>
                <a:spcPct val="90000"/>
              </a:lnSpc>
            </a:pPr>
            <a:r>
              <a:rPr lang="en-IN" sz="1400" dirty="0">
                <a:solidFill>
                  <a:schemeClr val="bg1"/>
                </a:solidFill>
                <a:latin typeface="Times New Roman" panose="02020603050405020304" pitchFamily="18" charset="0"/>
                <a:cs typeface="Times New Roman" panose="02020603050405020304" pitchFamily="18" charset="0"/>
              </a:rPr>
              <a:t>C Divya Tejaswi (22R11A05E7)</a:t>
            </a:r>
          </a:p>
          <a:p>
            <a:pPr algn="l">
              <a:lnSpc>
                <a:spcPct val="90000"/>
              </a:lnSpc>
            </a:pPr>
            <a:r>
              <a:rPr lang="en-IN" sz="1400" dirty="0">
                <a:solidFill>
                  <a:schemeClr val="bg1"/>
                </a:solidFill>
                <a:latin typeface="Times New Roman" panose="02020603050405020304" pitchFamily="18" charset="0"/>
                <a:cs typeface="Times New Roman" panose="02020603050405020304" pitchFamily="18" charset="0"/>
              </a:rPr>
              <a:t>K Harshini (22R11A05F8)</a:t>
            </a:r>
          </a:p>
          <a:p>
            <a:pPr algn="l">
              <a:lnSpc>
                <a:spcPct val="90000"/>
              </a:lnSpc>
            </a:pPr>
            <a:r>
              <a:rPr lang="en-IN" sz="1400" dirty="0">
                <a:solidFill>
                  <a:schemeClr val="bg1"/>
                </a:solidFill>
                <a:latin typeface="Times New Roman" panose="02020603050405020304" pitchFamily="18" charset="0"/>
                <a:cs typeface="Times New Roman" panose="02020603050405020304" pitchFamily="18" charset="0"/>
              </a:rPr>
              <a:t>V Vaishnavi (22R11A05J3)</a:t>
            </a:r>
          </a:p>
        </p:txBody>
      </p:sp>
      <p:cxnSp>
        <p:nvCxnSpPr>
          <p:cNvPr id="30" name="Straight Connector 29">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6438" y="3681408"/>
            <a:ext cx="895111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38948" y="549941"/>
            <a:ext cx="2866103" cy="826575"/>
          </a:xfrm>
        </p:spPr>
        <p:txBody>
          <a:bodyPr anchor="t">
            <a:normAutofit/>
          </a:bodyPr>
          <a:lstStyle/>
          <a:p>
            <a:pPr algn="l"/>
            <a:r>
              <a:rPr lang="en-IN" sz="3500" b="1" dirty="0">
                <a:latin typeface="Times New Roman"/>
                <a:cs typeface="Times New Roman"/>
              </a:rPr>
              <a:t>ABSTRACT</a:t>
            </a:r>
            <a:endParaRPr lang="en-IN" sz="35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730477"/>
            <a:ext cx="8229600" cy="4395686"/>
          </a:xfrm>
        </p:spPr>
        <p:txBody>
          <a:bodyPr vert="horz" lIns="91440" tIns="45720" rIns="91440" bIns="45720" rtlCol="0" anchor="t">
            <a:noAutofit/>
          </a:bodyPr>
          <a:lstStyle/>
          <a:p>
            <a:pPr algn="just">
              <a:buFont typeface="Arial" panose="020B0604020202020204" pitchFamily="34" charset="0"/>
              <a:buChar char="•"/>
            </a:pPr>
            <a:r>
              <a:rPr lang="en-US" sz="2800" b="1" dirty="0"/>
              <a:t>PROBLEM OVERVIEW</a:t>
            </a:r>
          </a:p>
          <a:p>
            <a:pPr marL="0" indent="0" algn="just">
              <a:buNone/>
            </a:pPr>
            <a:endParaRPr lang="en-US" dirty="0"/>
          </a:p>
          <a:p>
            <a:pPr marL="0" indent="0" algn="just">
              <a:buNone/>
            </a:pPr>
            <a:r>
              <a:rPr lang="en-US" sz="2000" dirty="0"/>
              <a:t>Traditional college ID cards only serve as identification tools and lack the ability to track a student’s location in real time. Without any automated monitoring, it becomes difficult for college authorities to ensure that students remain within campus boundaries during college hours. This can lead to students leaving the premises unnoticed, resulting in discipline issues, reduced accountability, and safety concerns. In the absence of real-time tracking, the institution must rely on manual supervision, which is inefficient and unreliable, especially in large campuses.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F53136-96CE-D586-A559-5F0AB73FBB60}"/>
              </a:ext>
            </a:extLst>
          </p:cNvPr>
          <p:cNvSpPr>
            <a:spLocks noGrp="1"/>
          </p:cNvSpPr>
          <p:nvPr>
            <p:ph idx="1"/>
          </p:nvPr>
        </p:nvSpPr>
        <p:spPr>
          <a:xfrm>
            <a:off x="457200" y="1091380"/>
            <a:ext cx="8229600" cy="5034783"/>
          </a:xfrm>
        </p:spPr>
        <p:txBody>
          <a:bodyPr>
            <a:normAutofit/>
          </a:bodyPr>
          <a:lstStyle/>
          <a:p>
            <a:r>
              <a:rPr lang="en-US" sz="2800" b="1" dirty="0"/>
              <a:t>PROPOSED SOLUTION</a:t>
            </a:r>
          </a:p>
          <a:p>
            <a:pPr marL="0" indent="0">
              <a:buNone/>
            </a:pPr>
            <a:endParaRPr lang="en-US" sz="2800" b="1" dirty="0"/>
          </a:p>
          <a:p>
            <a:pPr marL="0" indent="0" algn="just">
              <a:buNone/>
            </a:pPr>
            <a:r>
              <a:rPr lang="en-US" sz="2000" dirty="0"/>
              <a:t>The solution involves a Smart Digital ID Card embedded with a GPS module and geofencing technology. Each ID continuously tracks the student’s location and checks if they are within the predefined campus boundary. If a student exits this boundary, the system instantly detects it and sends a real-time alert to the monitoring unit. This enables timely action to ensure safety and discipline. The system works independently without relying on mobile apps or manual supervision, offering a reliable and automated way to monitor student movement.</a:t>
            </a:r>
            <a:endParaRPr lang="en-IN" sz="2000" dirty="0"/>
          </a:p>
        </p:txBody>
      </p:sp>
    </p:spTree>
    <p:extLst>
      <p:ext uri="{BB962C8B-B14F-4D97-AF65-F5344CB8AC3E}">
        <p14:creationId xmlns:p14="http://schemas.microsoft.com/office/powerpoint/2010/main" val="628863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24B6-7160-7EED-C8DA-58D14C92EBB8}"/>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D5F7B0C9-4C0A-055C-7781-9B7D24CDAC99}"/>
              </a:ext>
            </a:extLst>
          </p:cNvPr>
          <p:cNvSpPr>
            <a:spLocks noGrp="1"/>
          </p:cNvSpPr>
          <p:nvPr>
            <p:ph idx="1"/>
          </p:nvPr>
        </p:nvSpPr>
        <p:spPr/>
        <p:txBody>
          <a:bodyPr>
            <a:normAutofit lnSpcReduction="10000"/>
          </a:bodyPr>
          <a:lstStyle/>
          <a:p>
            <a:pPr marL="0" indent="0" algn="just">
              <a:buNone/>
            </a:pPr>
            <a:r>
              <a:rPr lang="en-US" sz="2000" dirty="0"/>
              <a:t>This project presents a Smart Digital ID Card System that uses GPS and geofencing to enable real-time student tracking within campus boundaries, ensuring improved safety and discipline.</a:t>
            </a:r>
          </a:p>
          <a:p>
            <a:pPr marL="0" indent="0" algn="just">
              <a:buNone/>
            </a:pPr>
            <a:endParaRPr lang="en-IN" sz="2000" dirty="0"/>
          </a:p>
          <a:p>
            <a:pPr marL="0" indent="0" algn="just">
              <a:buNone/>
            </a:pPr>
            <a:r>
              <a:rPr lang="en-IN" sz="2400" b="1" dirty="0"/>
              <a:t>What is GPS Module (Neo-6M)?</a:t>
            </a:r>
          </a:p>
          <a:p>
            <a:pPr marL="0" indent="0" algn="just">
              <a:buNone/>
            </a:pPr>
            <a:endParaRPr lang="en-IN" sz="2000" b="1" dirty="0"/>
          </a:p>
          <a:p>
            <a:pPr algn="just"/>
            <a:r>
              <a:rPr lang="en-US" sz="2000" dirty="0"/>
              <a:t>Receives signals from GPS satellites to determine real-time location (latitude and longitude).</a:t>
            </a:r>
          </a:p>
          <a:p>
            <a:pPr algn="just"/>
            <a:r>
              <a:rPr lang="en-US" sz="2000" dirty="0"/>
              <a:t>Embedded in the student’s ID card for continuous tracking.</a:t>
            </a:r>
          </a:p>
          <a:p>
            <a:pPr algn="just"/>
            <a:r>
              <a:rPr lang="en-US" sz="2000" dirty="0"/>
              <a:t>Provides location updates every second (1Hz).</a:t>
            </a:r>
          </a:p>
          <a:p>
            <a:pPr algn="just"/>
            <a:r>
              <a:rPr lang="en-US" sz="2000" dirty="0"/>
              <a:t>Communicates with the ESP32 via serial communication (TX and RX pins).</a:t>
            </a:r>
          </a:p>
          <a:p>
            <a:pPr algn="just"/>
            <a:r>
              <a:rPr lang="en-US" sz="2000" dirty="0"/>
              <a:t>Enables the system to monitor if the student is inside or outside the campus boundary.</a:t>
            </a:r>
            <a:endParaRPr lang="en-IN" sz="2000" dirty="0"/>
          </a:p>
        </p:txBody>
      </p:sp>
    </p:spTree>
    <p:extLst>
      <p:ext uri="{BB962C8B-B14F-4D97-AF65-F5344CB8AC3E}">
        <p14:creationId xmlns:p14="http://schemas.microsoft.com/office/powerpoint/2010/main" val="2379173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C7DFC-B94C-0F0D-C2A2-8E7A4C57E7CF}"/>
              </a:ext>
            </a:extLst>
          </p:cNvPr>
          <p:cNvSpPr>
            <a:spLocks noGrp="1"/>
          </p:cNvSpPr>
          <p:nvPr>
            <p:ph idx="1"/>
          </p:nvPr>
        </p:nvSpPr>
        <p:spPr>
          <a:xfrm>
            <a:off x="457200" y="884904"/>
            <a:ext cx="8229600" cy="5241260"/>
          </a:xfrm>
        </p:spPr>
        <p:txBody>
          <a:bodyPr>
            <a:normAutofit fontScale="92500" lnSpcReduction="10000"/>
          </a:bodyPr>
          <a:lstStyle/>
          <a:p>
            <a:pPr marL="0" indent="0" algn="just">
              <a:buNone/>
            </a:pPr>
            <a:r>
              <a:rPr lang="en-US" sz="2400" b="1" dirty="0"/>
              <a:t>What is geofencing?</a:t>
            </a:r>
          </a:p>
          <a:p>
            <a:pPr marL="0" indent="0" algn="just">
              <a:buNone/>
            </a:pPr>
            <a:endParaRPr lang="en-IN" sz="2400" dirty="0"/>
          </a:p>
          <a:p>
            <a:pPr marL="0" indent="0" algn="just">
              <a:buNone/>
            </a:pPr>
            <a:r>
              <a:rPr lang="en-US" sz="2200" dirty="0"/>
              <a:t>Geofencing is the creation of a virtual boundary or perimeter around a real-world geographical area using GPS coordinates. In this project, the geofence is set to match the boundaries of the college campus.</a:t>
            </a:r>
          </a:p>
          <a:p>
            <a:pPr marL="0" indent="0" algn="just">
              <a:buNone/>
            </a:pPr>
            <a:endParaRPr lang="en-US" sz="2200" dirty="0"/>
          </a:p>
          <a:p>
            <a:pPr algn="just"/>
            <a:r>
              <a:rPr lang="en-US" sz="2200" dirty="0"/>
              <a:t>A set of latitude and longitude points defines the campus area.</a:t>
            </a:r>
          </a:p>
          <a:p>
            <a:pPr algn="just"/>
            <a:endParaRPr lang="en-US" sz="2200" dirty="0"/>
          </a:p>
          <a:p>
            <a:pPr algn="just"/>
            <a:r>
              <a:rPr lang="en-US" sz="2200" dirty="0"/>
              <a:t>The ESP32 compares the student’s current GPS location with this defined area.</a:t>
            </a:r>
          </a:p>
          <a:p>
            <a:pPr algn="just"/>
            <a:endParaRPr lang="en-US" sz="2200" dirty="0"/>
          </a:p>
          <a:p>
            <a:pPr algn="just"/>
            <a:r>
              <a:rPr lang="en-US" sz="2200" dirty="0"/>
              <a:t>If the location goes outside the geofence, it is detected as a breach.</a:t>
            </a:r>
          </a:p>
          <a:p>
            <a:pPr algn="just"/>
            <a:endParaRPr lang="en-US" sz="2200" dirty="0"/>
          </a:p>
          <a:p>
            <a:pPr algn="just"/>
            <a:r>
              <a:rPr lang="en-US" sz="2200" dirty="0"/>
              <a:t>This triggers an action — such as sending an alert or turning on an indicator.</a:t>
            </a:r>
          </a:p>
          <a:p>
            <a:pPr marL="0" indent="0" algn="just">
              <a:buNone/>
            </a:pPr>
            <a:endParaRPr lang="en-US" sz="2400" dirty="0"/>
          </a:p>
        </p:txBody>
      </p:sp>
    </p:spTree>
    <p:extLst>
      <p:ext uri="{BB962C8B-B14F-4D97-AF65-F5344CB8AC3E}">
        <p14:creationId xmlns:p14="http://schemas.microsoft.com/office/powerpoint/2010/main" val="348929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D2FD0E-7EE0-82BD-3415-179DF056FA47}"/>
              </a:ext>
            </a:extLst>
          </p:cNvPr>
          <p:cNvSpPr>
            <a:spLocks noGrp="1"/>
          </p:cNvSpPr>
          <p:nvPr>
            <p:ph type="title"/>
          </p:nvPr>
        </p:nvSpPr>
        <p:spPr>
          <a:xfrm>
            <a:off x="630936" y="256032"/>
            <a:ext cx="7879842" cy="1014984"/>
          </a:xfrm>
        </p:spPr>
        <p:txBody>
          <a:bodyPr anchor="b">
            <a:normAutofit/>
          </a:bodyPr>
          <a:lstStyle/>
          <a:p>
            <a:r>
              <a:rPr lang="en-US" dirty="0">
                <a:latin typeface="Times New Roman"/>
                <a:ea typeface="Calibri"/>
                <a:cs typeface="Calibri"/>
              </a:rPr>
              <a:t>Existing System</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49137FA-B349-CA85-88C0-EA7FC3804DC5}"/>
              </a:ext>
            </a:extLst>
          </p:cNvPr>
          <p:cNvGraphicFramePr>
            <a:graphicFrameLocks noGrp="1"/>
          </p:cNvGraphicFramePr>
          <p:nvPr>
            <p:ph idx="1"/>
            <p:extLst>
              <p:ext uri="{D42A27DB-BD31-4B8C-83A1-F6EECF244321}">
                <p14:modId xmlns:p14="http://schemas.microsoft.com/office/powerpoint/2010/main" val="2460950293"/>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7912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24ABC0-ECC1-B229-9C17-9EA7CA6951A8}"/>
              </a:ext>
            </a:extLst>
          </p:cNvPr>
          <p:cNvSpPr>
            <a:spLocks noGrp="1"/>
          </p:cNvSpPr>
          <p:nvPr>
            <p:ph type="title"/>
          </p:nvPr>
        </p:nvSpPr>
        <p:spPr>
          <a:xfrm>
            <a:off x="630936" y="256032"/>
            <a:ext cx="7879842" cy="1014984"/>
          </a:xfrm>
        </p:spPr>
        <p:txBody>
          <a:bodyPr anchor="b">
            <a:normAutofit/>
          </a:bodyPr>
          <a:lstStyle/>
          <a:p>
            <a:r>
              <a:rPr lang="en-US" dirty="0">
                <a:latin typeface="Times New Roman"/>
                <a:ea typeface="Calibri"/>
                <a:cs typeface="Calibri"/>
              </a:rPr>
              <a:t>Proposed System</a:t>
            </a:r>
            <a:endParaRPr lang="en-US" dirty="0">
              <a:latin typeface="Times New Roman"/>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0AFB5EA8-343A-1330-D891-34D222AD2BB3}"/>
              </a:ext>
            </a:extLst>
          </p:cNvPr>
          <p:cNvGraphicFramePr>
            <a:graphicFrameLocks noGrp="1"/>
          </p:cNvGraphicFramePr>
          <p:nvPr>
            <p:ph idx="1"/>
            <p:extLst>
              <p:ext uri="{D42A27DB-BD31-4B8C-83A1-F6EECF244321}">
                <p14:modId xmlns:p14="http://schemas.microsoft.com/office/powerpoint/2010/main" val="622858114"/>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8370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B74F0-A388-A9A2-D432-ABE29ED064FB}"/>
              </a:ext>
            </a:extLst>
          </p:cNvPr>
          <p:cNvSpPr>
            <a:spLocks noGrp="1"/>
          </p:cNvSpPr>
          <p:nvPr>
            <p:ph type="title"/>
          </p:nvPr>
        </p:nvSpPr>
        <p:spPr>
          <a:xfrm>
            <a:off x="457200" y="545025"/>
            <a:ext cx="8229600" cy="1143000"/>
          </a:xfrm>
        </p:spPr>
        <p:txBody>
          <a:bodyPr/>
          <a:lstStyle/>
          <a:p>
            <a:r>
              <a:rPr lang="en-US" dirty="0"/>
              <a:t>UNIQUENESS</a:t>
            </a:r>
            <a:endParaRPr lang="en-IN" dirty="0"/>
          </a:p>
        </p:txBody>
      </p:sp>
      <p:sp>
        <p:nvSpPr>
          <p:cNvPr id="3" name="Content Placeholder 2">
            <a:extLst>
              <a:ext uri="{FF2B5EF4-FFF2-40B4-BE49-F238E27FC236}">
                <a16:creationId xmlns:a16="http://schemas.microsoft.com/office/drawing/2014/main" id="{88F7E802-FA91-EE78-C8FA-7C76CB8491B0}"/>
              </a:ext>
            </a:extLst>
          </p:cNvPr>
          <p:cNvSpPr>
            <a:spLocks noGrp="1"/>
          </p:cNvSpPr>
          <p:nvPr>
            <p:ph idx="1"/>
          </p:nvPr>
        </p:nvSpPr>
        <p:spPr>
          <a:xfrm>
            <a:off x="457200" y="1995948"/>
            <a:ext cx="8229600" cy="4120382"/>
          </a:xfrm>
        </p:spPr>
        <p:txBody>
          <a:bodyPr>
            <a:noAutofit/>
          </a:bodyPr>
          <a:lstStyle/>
          <a:p>
            <a:pPr algn="just"/>
            <a:r>
              <a:rPr lang="en-US" sz="2300" b="1" dirty="0"/>
              <a:t>Fully Hardware-Based Tracking</a:t>
            </a:r>
            <a:r>
              <a:rPr lang="en-US" sz="2300" dirty="0"/>
              <a:t>: The GPS and ESP32 are embedded directly into the ID card, making the system self-contained.</a:t>
            </a:r>
          </a:p>
          <a:p>
            <a:pPr algn="just"/>
            <a:r>
              <a:rPr lang="en-US" sz="2300" b="1" dirty="0"/>
              <a:t>Real-Time Geofence Alerts</a:t>
            </a:r>
            <a:r>
              <a:rPr lang="en-US" sz="2300" dirty="0"/>
              <a:t>: Immediate detection and alert when a student leaves the defined area.</a:t>
            </a:r>
          </a:p>
          <a:p>
            <a:pPr algn="just"/>
            <a:r>
              <a:rPr lang="en-US" sz="2300" b="1" dirty="0"/>
              <a:t>Always-On Monitoring</a:t>
            </a:r>
            <a:r>
              <a:rPr lang="en-US" sz="2300" dirty="0"/>
              <a:t>: Unlike manual checks that happen at intervals, the system works continuously throughout college hours.</a:t>
            </a:r>
          </a:p>
          <a:p>
            <a:pPr algn="just"/>
            <a:r>
              <a:rPr lang="en-US" sz="2300" b="1" dirty="0"/>
              <a:t>Scalable Design</a:t>
            </a:r>
            <a:r>
              <a:rPr lang="en-US" sz="2300" dirty="0"/>
              <a:t>: Can be expanded to track faculty, staff, or even campus vehicles using the same setup.</a:t>
            </a:r>
            <a:endParaRPr lang="en-IN" sz="2300" dirty="0"/>
          </a:p>
        </p:txBody>
      </p:sp>
    </p:spTree>
    <p:extLst>
      <p:ext uri="{BB962C8B-B14F-4D97-AF65-F5344CB8AC3E}">
        <p14:creationId xmlns:p14="http://schemas.microsoft.com/office/powerpoint/2010/main" val="883347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1297-0B86-E685-7C28-2807E56A9F07}"/>
              </a:ext>
            </a:extLst>
          </p:cNvPr>
          <p:cNvSpPr>
            <a:spLocks noGrp="1"/>
          </p:cNvSpPr>
          <p:nvPr>
            <p:ph type="title"/>
          </p:nvPr>
        </p:nvSpPr>
        <p:spPr>
          <a:xfrm>
            <a:off x="457200" y="412290"/>
            <a:ext cx="8229600" cy="1143000"/>
          </a:xfrm>
        </p:spPr>
        <p:txBody>
          <a:bodyPr/>
          <a:lstStyle/>
          <a:p>
            <a:r>
              <a:rPr lang="en-US" dirty="0"/>
              <a:t>CHALLENGES</a:t>
            </a:r>
            <a:endParaRPr lang="en-IN" dirty="0"/>
          </a:p>
        </p:txBody>
      </p:sp>
      <p:sp>
        <p:nvSpPr>
          <p:cNvPr id="3" name="Content Placeholder 2">
            <a:extLst>
              <a:ext uri="{FF2B5EF4-FFF2-40B4-BE49-F238E27FC236}">
                <a16:creationId xmlns:a16="http://schemas.microsoft.com/office/drawing/2014/main" id="{DBECB5C7-B807-8A1C-B2C2-B2A87E9DF49D}"/>
              </a:ext>
            </a:extLst>
          </p:cNvPr>
          <p:cNvSpPr>
            <a:spLocks noGrp="1"/>
          </p:cNvSpPr>
          <p:nvPr>
            <p:ph idx="1"/>
          </p:nvPr>
        </p:nvSpPr>
        <p:spPr>
          <a:xfrm>
            <a:off x="457200" y="1956619"/>
            <a:ext cx="8229600" cy="4169544"/>
          </a:xfrm>
        </p:spPr>
        <p:txBody>
          <a:bodyPr>
            <a:normAutofit/>
          </a:bodyPr>
          <a:lstStyle/>
          <a:p>
            <a:pPr algn="just"/>
            <a:r>
              <a:rPr lang="en-IN" sz="2800" dirty="0"/>
              <a:t>GPS signal blockage due to indoor testing or poor satellite visibility.</a:t>
            </a:r>
          </a:p>
          <a:p>
            <a:pPr algn="just"/>
            <a:r>
              <a:rPr lang="en-IN" sz="2800" dirty="0"/>
              <a:t>Incorrect GPS module configuration or wrong baud rate.</a:t>
            </a:r>
          </a:p>
          <a:p>
            <a:pPr algn="just"/>
            <a:r>
              <a:rPr lang="en-IN" sz="2800" dirty="0"/>
              <a:t>Delay in GPS fix after powering on.</a:t>
            </a:r>
          </a:p>
          <a:p>
            <a:pPr algn="just"/>
            <a:r>
              <a:rPr lang="en-IN" sz="2800" dirty="0"/>
              <a:t>Incorrect parsing or reading of GPS data in the code.</a:t>
            </a:r>
          </a:p>
          <a:p>
            <a:pPr algn="just"/>
            <a:r>
              <a:rPr lang="en-IN" sz="2800" dirty="0"/>
              <a:t>GPS antenna placement not optimal for satellite reception.</a:t>
            </a:r>
          </a:p>
        </p:txBody>
      </p:sp>
    </p:spTree>
    <p:extLst>
      <p:ext uri="{BB962C8B-B14F-4D97-AF65-F5344CB8AC3E}">
        <p14:creationId xmlns:p14="http://schemas.microsoft.com/office/powerpoint/2010/main" val="3028357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C3691-ABED-6264-8F1F-8BB3DA016458}"/>
              </a:ext>
            </a:extLst>
          </p:cNvPr>
          <p:cNvSpPr>
            <a:spLocks noGrp="1"/>
          </p:cNvSpPr>
          <p:nvPr>
            <p:ph type="title"/>
          </p:nvPr>
        </p:nvSpPr>
        <p:spPr>
          <a:xfrm>
            <a:off x="457200" y="412290"/>
            <a:ext cx="8229600" cy="1143000"/>
          </a:xfrm>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C249454C-5222-308C-67C4-162836746796}"/>
              </a:ext>
            </a:extLst>
          </p:cNvPr>
          <p:cNvSpPr>
            <a:spLocks noGrp="1"/>
          </p:cNvSpPr>
          <p:nvPr>
            <p:ph idx="1"/>
          </p:nvPr>
        </p:nvSpPr>
        <p:spPr>
          <a:xfrm>
            <a:off x="457200" y="2113936"/>
            <a:ext cx="8229600" cy="2821858"/>
          </a:xfrm>
        </p:spPr>
        <p:txBody>
          <a:bodyPr>
            <a:normAutofit/>
          </a:bodyPr>
          <a:lstStyle/>
          <a:p>
            <a:pPr marL="0" indent="0" algn="just">
              <a:buNone/>
            </a:pPr>
            <a:r>
              <a:rPr lang="en-US" sz="2000" dirty="0"/>
              <a:t>The Smart Digital ID Card System offers a reliable and efficient solution for real-time student tracking within campus boundaries. By embedding GPS and geofencing functionality directly into the ID card, the system ensures continuous monitoring of student location during college hours. It helps prevent unauthorized movement, supports discipline enforcement, and enhances student safety. The system is compact, automated, and designed to operate independently, making it suitable for educational institutions looking to adopt smart and secure campus management practices.</a:t>
            </a:r>
            <a:endParaRPr lang="en-IN" sz="2000" dirty="0"/>
          </a:p>
        </p:txBody>
      </p:sp>
    </p:spTree>
    <p:extLst>
      <p:ext uri="{BB962C8B-B14F-4D97-AF65-F5344CB8AC3E}">
        <p14:creationId xmlns:p14="http://schemas.microsoft.com/office/powerpoint/2010/main" val="3230459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857210B-98F5-64F6-5915-559D45CFC164}"/>
              </a:ext>
            </a:extLst>
          </p:cNvPr>
          <p:cNvGraphicFramePr>
            <a:graphicFrameLocks noGrp="1"/>
          </p:cNvGraphicFramePr>
          <p:nvPr>
            <p:ph idx="1"/>
            <p:extLst>
              <p:ext uri="{D42A27DB-BD31-4B8C-83A1-F6EECF244321}">
                <p14:modId xmlns:p14="http://schemas.microsoft.com/office/powerpoint/2010/main" val="3665283263"/>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281</TotalTime>
  <Words>723</Words>
  <Application>Microsoft Office PowerPoint</Application>
  <PresentationFormat>On-screen Show (4:3)</PresentationFormat>
  <Paragraphs>61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Digital ID Card for Student Monitoring</vt:lpstr>
      <vt:lpstr>ABSTRACT</vt:lpstr>
      <vt:lpstr>PowerPoint Presentation</vt:lpstr>
      <vt:lpstr>INTRODUCTION</vt:lpstr>
      <vt:lpstr>PowerPoint Presentation</vt:lpstr>
      <vt:lpstr>Existing System</vt:lpstr>
      <vt:lpstr>Proposed System</vt:lpstr>
      <vt:lpstr>UNIQUENESS</vt:lpstr>
      <vt:lpstr>CHALLENGES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Divya Tejaswi</dc:creator>
  <cp:keywords/>
  <dc:description>generated using python-pptx</dc:description>
  <cp:lastModifiedBy>Kadha harshini</cp:lastModifiedBy>
  <cp:revision>138</cp:revision>
  <dcterms:created xsi:type="dcterms:W3CDTF">2013-01-27T09:14:16Z</dcterms:created>
  <dcterms:modified xsi:type="dcterms:W3CDTF">2025-08-12T15:37:42Z</dcterms:modified>
  <cp:category/>
</cp:coreProperties>
</file>